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2" r:id="rId3"/>
    <p:sldId id="258" r:id="rId4"/>
    <p:sldId id="259" r:id="rId5"/>
    <p:sldId id="265" r:id="rId6"/>
    <p:sldId id="273" r:id="rId7"/>
    <p:sldId id="263" r:id="rId8"/>
    <p:sldId id="267" r:id="rId9"/>
    <p:sldId id="275" r:id="rId10"/>
    <p:sldId id="268" r:id="rId11"/>
    <p:sldId id="269" r:id="rId12"/>
    <p:sldId id="266" r:id="rId13"/>
    <p:sldId id="271" r:id="rId14"/>
    <p:sldId id="2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3A41"/>
    <a:srgbClr val="000000"/>
    <a:srgbClr val="FBEDED"/>
    <a:srgbClr val="D1D1D1"/>
    <a:srgbClr val="F68A8A"/>
    <a:srgbClr val="FFFFFF"/>
    <a:srgbClr val="FF696D"/>
    <a:srgbClr val="FF5B5F"/>
    <a:srgbClr val="FEF8F8"/>
    <a:srgbClr val="FF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7EF9C-DE19-4214-B300-5ABBC26A1D5C}" v="14" dt="2026-09-17T14:16:37.722"/>
    <p1510:client id="{7D694671-F831-4876-906D-226F73BC3905}" v="3004" dt="2026-09-17T02:05:34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-18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Cortez Camacho" userId="67f31775-5b51-4f14-9b51-5280426dcae7" providerId="ADAL" clId="{F8BCDF9B-28F2-4559-85ED-353978150DF5}"/>
    <pc:docChg chg="undo custSel modSld">
      <pc:chgData name="Mateus Cortez Camacho" userId="67f31775-5b51-4f14-9b51-5280426dcae7" providerId="ADAL" clId="{F8BCDF9B-28F2-4559-85ED-353978150DF5}" dt="2026-09-17T14:16:32.283" v="11" actId="478"/>
      <pc:docMkLst>
        <pc:docMk/>
      </pc:docMkLst>
      <pc:sldChg chg="addSp delSp modSp mod">
        <pc:chgData name="Mateus Cortez Camacho" userId="67f31775-5b51-4f14-9b51-5280426dcae7" providerId="ADAL" clId="{F8BCDF9B-28F2-4559-85ED-353978150DF5}" dt="2026-09-17T14:16:32.283" v="11" actId="478"/>
        <pc:sldMkLst>
          <pc:docMk/>
          <pc:sldMk cId="875060925" sldId="265"/>
        </pc:sldMkLst>
        <pc:spChg chg="add del mod">
          <ac:chgData name="Mateus Cortez Camacho" userId="67f31775-5b51-4f14-9b51-5280426dcae7" providerId="ADAL" clId="{F8BCDF9B-28F2-4559-85ED-353978150DF5}" dt="2026-09-17T14:16:32.283" v="11" actId="478"/>
          <ac:spMkLst>
            <pc:docMk/>
            <pc:sldMk cId="875060925" sldId="265"/>
            <ac:spMk id="2" creationId="{0482AACA-E5D7-46B4-7D86-015E10F79958}"/>
          </ac:spMkLst>
        </pc:spChg>
        <pc:spChg chg="mod">
          <ac:chgData name="Mateus Cortez Camacho" userId="67f31775-5b51-4f14-9b51-5280426dcae7" providerId="ADAL" clId="{F8BCDF9B-28F2-4559-85ED-353978150DF5}" dt="2026-09-17T14:16:24.746" v="10" actId="207"/>
          <ac:spMkLst>
            <pc:docMk/>
            <pc:sldMk cId="875060925" sldId="265"/>
            <ac:spMk id="24" creationId="{06407BBC-049B-0426-B757-728478E902F0}"/>
          </ac:spMkLst>
        </pc:spChg>
      </pc:sldChg>
      <pc:sldChg chg="addSp delSp modSp mod">
        <pc:chgData name="Mateus Cortez Camacho" userId="67f31775-5b51-4f14-9b51-5280426dcae7" providerId="ADAL" clId="{F8BCDF9B-28F2-4559-85ED-353978150DF5}" dt="2026-09-17T00:06:26.913" v="4" actId="478"/>
        <pc:sldMkLst>
          <pc:docMk/>
          <pc:sldMk cId="1446451493" sldId="272"/>
        </pc:sldMkLst>
        <pc:spChg chg="mod">
          <ac:chgData name="Mateus Cortez Camacho" userId="67f31775-5b51-4f14-9b51-5280426dcae7" providerId="ADAL" clId="{F8BCDF9B-28F2-4559-85ED-353978150DF5}" dt="2026-09-17T00:05:23.726" v="0"/>
          <ac:spMkLst>
            <pc:docMk/>
            <pc:sldMk cId="1446451493" sldId="272"/>
            <ac:spMk id="8" creationId="{00000000-0000-0000-0000-000000000000}"/>
          </ac:spMkLst>
        </pc:spChg>
        <pc:spChg chg="add del">
          <ac:chgData name="Mateus Cortez Camacho" userId="67f31775-5b51-4f14-9b51-5280426dcae7" providerId="ADAL" clId="{F8BCDF9B-28F2-4559-85ED-353978150DF5}" dt="2026-09-17T00:06:26.913" v="4" actId="478"/>
          <ac:spMkLst>
            <pc:docMk/>
            <pc:sldMk cId="1446451493" sldId="272"/>
            <ac:spMk id="16" creationId="{AF151AB8-2F73-B6DE-0B4F-DD3D0F069B8B}"/>
          </ac:spMkLst>
        </pc:spChg>
        <pc:picChg chg="mod">
          <ac:chgData name="Mateus Cortez Camacho" userId="67f31775-5b51-4f14-9b51-5280426dcae7" providerId="ADAL" clId="{F8BCDF9B-28F2-4559-85ED-353978150DF5}" dt="2026-09-17T00:05:46.871" v="2" actId="1076"/>
          <ac:picMkLst>
            <pc:docMk/>
            <pc:sldMk cId="1446451493" sldId="272"/>
            <ac:picMk id="6" creationId="{7E4AE03C-C052-3797-1C8A-BE519AFF04BE}"/>
          </ac:picMkLst>
        </pc:picChg>
      </pc:sldChg>
    </pc:docChg>
  </pc:docChgLst>
  <pc:docChgLst>
    <pc:chgData name="Anna Luiza Braga de Albuquerque" userId="f796929f-64c5-4b39-8bca-db2c72b1440b" providerId="ADAL" clId="{B17D501C-E87D-4BE5-8CF8-ABE32BA8670E}"/>
    <pc:docChg chg="undo redo custSel addSld delSld modSld sldOrd">
      <pc:chgData name="Anna Luiza Braga de Albuquerque" userId="f796929f-64c5-4b39-8bca-db2c72b1440b" providerId="ADAL" clId="{B17D501C-E87D-4BE5-8CF8-ABE32BA8670E}" dt="2026-09-17T02:05:58.618" v="4593" actId="2696"/>
      <pc:docMkLst>
        <pc:docMk/>
      </pc:docMkLst>
      <pc:sldChg chg="delSp modSp mod">
        <pc:chgData name="Anna Luiza Braga de Albuquerque" userId="f796929f-64c5-4b39-8bca-db2c72b1440b" providerId="ADAL" clId="{B17D501C-E87D-4BE5-8CF8-ABE32BA8670E}" dt="2026-09-16T23:54:23.614" v="1851" actId="478"/>
        <pc:sldMkLst>
          <pc:docMk/>
          <pc:sldMk cId="4110755444" sldId="257"/>
        </pc:sldMkLst>
        <pc:spChg chg="del">
          <ac:chgData name="Anna Luiza Braga de Albuquerque" userId="f796929f-64c5-4b39-8bca-db2c72b1440b" providerId="ADAL" clId="{B17D501C-E87D-4BE5-8CF8-ABE32BA8670E}" dt="2026-09-16T23:54:19.115" v="1850" actId="478"/>
          <ac:spMkLst>
            <pc:docMk/>
            <pc:sldMk cId="4110755444" sldId="257"/>
            <ac:spMk id="3" creationId="{780974B0-B32E-BE96-1573-9CE7C23027D8}"/>
          </ac:spMkLst>
        </pc:spChg>
        <pc:spChg chg="mod">
          <ac:chgData name="Anna Luiza Braga de Albuquerque" userId="f796929f-64c5-4b39-8bca-db2c72b1440b" providerId="ADAL" clId="{B17D501C-E87D-4BE5-8CF8-ABE32BA8670E}" dt="2026-09-16T23:01:02.792" v="749" actId="1076"/>
          <ac:spMkLst>
            <pc:docMk/>
            <pc:sldMk cId="4110755444" sldId="257"/>
            <ac:spMk id="9" creationId="{3540B584-B5BC-CBD3-B1EA-9FE0F53CCD9B}"/>
          </ac:spMkLst>
        </pc:spChg>
        <pc:spChg chg="del">
          <ac:chgData name="Anna Luiza Braga de Albuquerque" userId="f796929f-64c5-4b39-8bca-db2c72b1440b" providerId="ADAL" clId="{B17D501C-E87D-4BE5-8CF8-ABE32BA8670E}" dt="2026-09-16T23:54:14.717" v="1849" actId="478"/>
          <ac:spMkLst>
            <pc:docMk/>
            <pc:sldMk cId="4110755444" sldId="257"/>
            <ac:spMk id="10" creationId="{8FB14EEC-CE65-1015-43DB-1A92385FC475}"/>
          </ac:spMkLst>
        </pc:spChg>
        <pc:spChg chg="del">
          <ac:chgData name="Anna Luiza Braga de Albuquerque" userId="f796929f-64c5-4b39-8bca-db2c72b1440b" providerId="ADAL" clId="{B17D501C-E87D-4BE5-8CF8-ABE32BA8670E}" dt="2026-09-16T23:54:23.614" v="1851" actId="478"/>
          <ac:spMkLst>
            <pc:docMk/>
            <pc:sldMk cId="4110755444" sldId="257"/>
            <ac:spMk id="12" creationId="{88B28C77-D87C-EA85-4A6A-EF7EF6D9789B}"/>
          </ac:spMkLst>
        </pc:spChg>
      </pc:sldChg>
      <pc:sldChg chg="addSp delSp modSp mod">
        <pc:chgData name="Anna Luiza Braga de Albuquerque" userId="f796929f-64c5-4b39-8bca-db2c72b1440b" providerId="ADAL" clId="{B17D501C-E87D-4BE5-8CF8-ABE32BA8670E}" dt="2026-09-17T02:01:29.194" v="4531" actId="22"/>
        <pc:sldMkLst>
          <pc:docMk/>
          <pc:sldMk cId="3045138487" sldId="258"/>
        </pc:sldMkLst>
        <pc:spChg chg="add del mod">
          <ac:chgData name="Anna Luiza Braga de Albuquerque" userId="f796929f-64c5-4b39-8bca-db2c72b1440b" providerId="ADAL" clId="{B17D501C-E87D-4BE5-8CF8-ABE32BA8670E}" dt="2026-09-16T23:32:04.342" v="800" actId="20577"/>
          <ac:spMkLst>
            <pc:docMk/>
            <pc:sldMk cId="3045138487" sldId="258"/>
            <ac:spMk id="2" creationId="{61B2562F-46CD-975A-1353-C826BAFAEBBD}"/>
          </ac:spMkLst>
        </pc:spChg>
        <pc:spChg chg="add del mod">
          <ac:chgData name="Anna Luiza Braga de Albuquerque" userId="f796929f-64c5-4b39-8bca-db2c72b1440b" providerId="ADAL" clId="{B17D501C-E87D-4BE5-8CF8-ABE32BA8670E}" dt="2026-09-16T23:31:52.470" v="771" actId="478"/>
          <ac:spMkLst>
            <pc:docMk/>
            <pc:sldMk cId="3045138487" sldId="258"/>
            <ac:spMk id="4" creationId="{1A623641-40F0-AC7F-EFEE-EB50717F5ADC}"/>
          </ac:spMkLst>
        </pc:spChg>
        <pc:spChg chg="del">
          <ac:chgData name="Anna Luiza Braga de Albuquerque" userId="f796929f-64c5-4b39-8bca-db2c72b1440b" providerId="ADAL" clId="{B17D501C-E87D-4BE5-8CF8-ABE32BA8670E}" dt="2026-09-16T23:31:48.827" v="769" actId="478"/>
          <ac:spMkLst>
            <pc:docMk/>
            <pc:sldMk cId="3045138487" sldId="258"/>
            <ac:spMk id="6" creationId="{5EB18C86-B331-11D6-8DF3-A987B056EE6C}"/>
          </ac:spMkLst>
        </pc:spChg>
        <pc:spChg chg="mod">
          <ac:chgData name="Anna Luiza Braga de Albuquerque" userId="f796929f-64c5-4b39-8bca-db2c72b1440b" providerId="ADAL" clId="{B17D501C-E87D-4BE5-8CF8-ABE32BA8670E}" dt="2026-09-17T00:42:46.240" v="2281" actId="1076"/>
          <ac:spMkLst>
            <pc:docMk/>
            <pc:sldMk cId="3045138487" sldId="258"/>
            <ac:spMk id="9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2:46.240" v="2281" actId="1076"/>
          <ac:spMkLst>
            <pc:docMk/>
            <pc:sldMk cId="3045138487" sldId="258"/>
            <ac:spMk id="10" creationId="{00000000-0000-0000-0000-000000000000}"/>
          </ac:spMkLst>
        </pc:spChg>
        <pc:spChg chg="add del mod">
          <ac:chgData name="Anna Luiza Braga de Albuquerque" userId="f796929f-64c5-4b39-8bca-db2c72b1440b" providerId="ADAL" clId="{B17D501C-E87D-4BE5-8CF8-ABE32BA8670E}" dt="2026-09-16T23:52:51.466" v="1830" actId="478"/>
          <ac:spMkLst>
            <pc:docMk/>
            <pc:sldMk cId="3045138487" sldId="258"/>
            <ac:spMk id="13" creationId="{B772E8F8-AE49-F31C-C1BA-63750189B38B}"/>
          </ac:spMkLst>
        </pc:spChg>
        <pc:spChg chg="add del">
          <ac:chgData name="Anna Luiza Braga de Albuquerque" userId="f796929f-64c5-4b39-8bca-db2c72b1440b" providerId="ADAL" clId="{B17D501C-E87D-4BE5-8CF8-ABE32BA8670E}" dt="2026-09-16T23:52:51.629" v="1831" actId="478"/>
          <ac:spMkLst>
            <pc:docMk/>
            <pc:sldMk cId="3045138487" sldId="258"/>
            <ac:spMk id="14" creationId="{5C3C513F-F2C2-EE50-D3DC-4B210BEC6075}"/>
          </ac:spMkLst>
        </pc:spChg>
        <pc:spChg chg="add del">
          <ac:chgData name="Anna Luiza Braga de Albuquerque" userId="f796929f-64c5-4b39-8bca-db2c72b1440b" providerId="ADAL" clId="{B17D501C-E87D-4BE5-8CF8-ABE32BA8670E}" dt="2026-09-16T23:52:51.178" v="1829" actId="478"/>
          <ac:spMkLst>
            <pc:docMk/>
            <pc:sldMk cId="3045138487" sldId="258"/>
            <ac:spMk id="15" creationId="{4C915941-083D-3826-5872-ACDFC87169D9}"/>
          </ac:spMkLst>
        </pc:spChg>
        <pc:spChg chg="mod">
          <ac:chgData name="Anna Luiza Braga de Albuquerque" userId="f796929f-64c5-4b39-8bca-db2c72b1440b" providerId="ADAL" clId="{B17D501C-E87D-4BE5-8CF8-ABE32BA8670E}" dt="2026-09-16T23:52:00.619" v="1792" actId="1076"/>
          <ac:spMkLst>
            <pc:docMk/>
            <pc:sldMk cId="3045138487" sldId="258"/>
            <ac:spMk id="16" creationId="{90C20323-C6E1-0CFD-72E0-875689EB9801}"/>
          </ac:spMkLst>
        </pc:spChg>
        <pc:spChg chg="add del mod">
          <ac:chgData name="Anna Luiza Braga de Albuquerque" userId="f796929f-64c5-4b39-8bca-db2c72b1440b" providerId="ADAL" clId="{B17D501C-E87D-4BE5-8CF8-ABE32BA8670E}" dt="2026-09-17T02:01:28.265" v="4530" actId="478"/>
          <ac:spMkLst>
            <pc:docMk/>
            <pc:sldMk cId="3045138487" sldId="258"/>
            <ac:spMk id="17" creationId="{611571FF-400C-B5D3-0F7D-8DCD029824AA}"/>
          </ac:spMkLst>
        </pc:spChg>
        <pc:spChg chg="add mod">
          <ac:chgData name="Anna Luiza Braga de Albuquerque" userId="f796929f-64c5-4b39-8bca-db2c72b1440b" providerId="ADAL" clId="{B17D501C-E87D-4BE5-8CF8-ABE32BA8670E}" dt="2026-09-16T23:52:52.135" v="1834" actId="1076"/>
          <ac:spMkLst>
            <pc:docMk/>
            <pc:sldMk cId="3045138487" sldId="258"/>
            <ac:spMk id="18" creationId="{45BB6E80-97E5-C9E5-55A2-B5AD9F91A281}"/>
          </ac:spMkLst>
        </pc:spChg>
        <pc:spChg chg="add del mod">
          <ac:chgData name="Anna Luiza Braga de Albuquerque" userId="f796929f-64c5-4b39-8bca-db2c72b1440b" providerId="ADAL" clId="{B17D501C-E87D-4BE5-8CF8-ABE32BA8670E}" dt="2026-09-16T23:52:51.975" v="1833" actId="478"/>
          <ac:spMkLst>
            <pc:docMk/>
            <pc:sldMk cId="3045138487" sldId="258"/>
            <ac:spMk id="19" creationId="{AE67F14C-84C9-B489-BA15-E09FCB678453}"/>
          </ac:spMkLst>
        </pc:spChg>
        <pc:spChg chg="add">
          <ac:chgData name="Anna Luiza Braga de Albuquerque" userId="f796929f-64c5-4b39-8bca-db2c72b1440b" providerId="ADAL" clId="{B17D501C-E87D-4BE5-8CF8-ABE32BA8670E}" dt="2026-09-17T02:01:29.194" v="4531" actId="22"/>
          <ac:spMkLst>
            <pc:docMk/>
            <pc:sldMk cId="3045138487" sldId="258"/>
            <ac:spMk id="21" creationId="{5624DE76-475A-729D-9B49-8232EC773CA7}"/>
          </ac:spMkLst>
        </pc:spChg>
        <pc:picChg chg="mod">
          <ac:chgData name="Anna Luiza Braga de Albuquerque" userId="f796929f-64c5-4b39-8bca-db2c72b1440b" providerId="ADAL" clId="{B17D501C-E87D-4BE5-8CF8-ABE32BA8670E}" dt="2026-09-17T00:42:46.240" v="2281" actId="1076"/>
          <ac:picMkLst>
            <pc:docMk/>
            <pc:sldMk cId="3045138487" sldId="258"/>
            <ac:picMk id="7" creationId="{B9088B29-159A-C886-A14F-EABD0AD0B679}"/>
          </ac:picMkLst>
        </pc:picChg>
        <pc:picChg chg="add">
          <ac:chgData name="Anna Luiza Braga de Albuquerque" userId="f796929f-64c5-4b39-8bca-db2c72b1440b" providerId="ADAL" clId="{B17D501C-E87D-4BE5-8CF8-ABE32BA8670E}" dt="2026-09-16T23:32:10.002" v="801" actId="22"/>
          <ac:picMkLst>
            <pc:docMk/>
            <pc:sldMk cId="3045138487" sldId="258"/>
            <ac:picMk id="11" creationId="{135508D9-017B-6162-FEDC-DA6E9BEB1A66}"/>
          </ac:picMkLst>
        </pc:picChg>
      </pc:sldChg>
      <pc:sldChg chg="addSp delSp modSp mod ord">
        <pc:chgData name="Anna Luiza Braga de Albuquerque" userId="f796929f-64c5-4b39-8bca-db2c72b1440b" providerId="ADAL" clId="{B17D501C-E87D-4BE5-8CF8-ABE32BA8670E}" dt="2026-09-17T02:01:32.914" v="4533" actId="22"/>
        <pc:sldMkLst>
          <pc:docMk/>
          <pc:sldMk cId="517229178" sldId="259"/>
        </pc:sldMkLst>
        <pc:spChg chg="del">
          <ac:chgData name="Anna Luiza Braga de Albuquerque" userId="f796929f-64c5-4b39-8bca-db2c72b1440b" providerId="ADAL" clId="{B17D501C-E87D-4BE5-8CF8-ABE32BA8670E}" dt="2026-09-16T23:40:52.499" v="1439" actId="478"/>
          <ac:spMkLst>
            <pc:docMk/>
            <pc:sldMk cId="517229178" sldId="259"/>
            <ac:spMk id="2" creationId="{AD1952F2-F06A-CAEE-2529-66182E04E086}"/>
          </ac:spMkLst>
        </pc:spChg>
        <pc:spChg chg="add mod">
          <ac:chgData name="Anna Luiza Braga de Albuquerque" userId="f796929f-64c5-4b39-8bca-db2c72b1440b" providerId="ADAL" clId="{B17D501C-E87D-4BE5-8CF8-ABE32BA8670E}" dt="2026-09-17T00:42:24.579" v="2278" actId="1076"/>
          <ac:spMkLst>
            <pc:docMk/>
            <pc:sldMk cId="517229178" sldId="259"/>
            <ac:spMk id="4" creationId="{DE4A7912-BE94-353F-8B5B-A167237A154F}"/>
          </ac:spMkLst>
        </pc:spChg>
        <pc:spChg chg="add del">
          <ac:chgData name="Anna Luiza Braga de Albuquerque" userId="f796929f-64c5-4b39-8bca-db2c72b1440b" providerId="ADAL" clId="{B17D501C-E87D-4BE5-8CF8-ABE32BA8670E}" dt="2026-09-16T23:56:19.866" v="1853" actId="478"/>
          <ac:spMkLst>
            <pc:docMk/>
            <pc:sldMk cId="517229178" sldId="259"/>
            <ac:spMk id="6" creationId="{A4C21032-10BF-E464-E3FE-FDDA3D523300}"/>
          </ac:spMkLst>
        </pc:spChg>
        <pc:spChg chg="del">
          <ac:chgData name="Anna Luiza Braga de Albuquerque" userId="f796929f-64c5-4b39-8bca-db2c72b1440b" providerId="ADAL" clId="{B17D501C-E87D-4BE5-8CF8-ABE32BA8670E}" dt="2026-09-16T22:44:42.209" v="19" actId="478"/>
          <ac:spMkLst>
            <pc:docMk/>
            <pc:sldMk cId="517229178" sldId="259"/>
            <ac:spMk id="8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2:24.579" v="2278" actId="1076"/>
          <ac:spMkLst>
            <pc:docMk/>
            <pc:sldMk cId="517229178" sldId="259"/>
            <ac:spMk id="9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2:24.579" v="2278" actId="1076"/>
          <ac:spMkLst>
            <pc:docMk/>
            <pc:sldMk cId="517229178" sldId="259"/>
            <ac:spMk id="10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2:34.241" v="2280" actId="14100"/>
          <ac:spMkLst>
            <pc:docMk/>
            <pc:sldMk cId="517229178" sldId="259"/>
            <ac:spMk id="11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2:29.527" v="2279" actId="14100"/>
          <ac:spMkLst>
            <pc:docMk/>
            <pc:sldMk cId="517229178" sldId="259"/>
            <ac:spMk id="12" creationId="{00000000-0000-0000-0000-000000000000}"/>
          </ac:spMkLst>
        </pc:spChg>
        <pc:spChg chg="add del">
          <ac:chgData name="Anna Luiza Braga de Albuquerque" userId="f796929f-64c5-4b39-8bca-db2c72b1440b" providerId="ADAL" clId="{B17D501C-E87D-4BE5-8CF8-ABE32BA8670E}" dt="2026-09-16T23:32:36.273" v="806" actId="22"/>
          <ac:spMkLst>
            <pc:docMk/>
            <pc:sldMk cId="517229178" sldId="259"/>
            <ac:spMk id="14" creationId="{CD79EEAE-6E80-CFEB-DA08-51463DF6AB89}"/>
          </ac:spMkLst>
        </pc:spChg>
        <pc:spChg chg="add mod">
          <ac:chgData name="Anna Luiza Braga de Albuquerque" userId="f796929f-64c5-4b39-8bca-db2c72b1440b" providerId="ADAL" clId="{B17D501C-E87D-4BE5-8CF8-ABE32BA8670E}" dt="2026-09-16T23:44:50.376" v="1475" actId="20577"/>
          <ac:spMkLst>
            <pc:docMk/>
            <pc:sldMk cId="517229178" sldId="259"/>
            <ac:spMk id="15" creationId="{F8DE07A5-1E4A-4823-8A89-1A0E3A3C0C80}"/>
          </ac:spMkLst>
        </pc:spChg>
        <pc:spChg chg="add del mod">
          <ac:chgData name="Anna Luiza Braga de Albuquerque" userId="f796929f-64c5-4b39-8bca-db2c72b1440b" providerId="ADAL" clId="{B17D501C-E87D-4BE5-8CF8-ABE32BA8670E}" dt="2026-09-16T23:40:55.314" v="1440" actId="21"/>
          <ac:spMkLst>
            <pc:docMk/>
            <pc:sldMk cId="517229178" sldId="259"/>
            <ac:spMk id="17" creationId="{3DD9919C-BE33-0E3B-269E-EBC3F073B419}"/>
          </ac:spMkLst>
        </pc:spChg>
        <pc:spChg chg="del">
          <ac:chgData name="Anna Luiza Braga de Albuquerque" userId="f796929f-64c5-4b39-8bca-db2c72b1440b" providerId="ADAL" clId="{B17D501C-E87D-4BE5-8CF8-ABE32BA8670E}" dt="2026-09-16T23:56:18.269" v="1852" actId="478"/>
          <ac:spMkLst>
            <pc:docMk/>
            <pc:sldMk cId="517229178" sldId="259"/>
            <ac:spMk id="20" creationId="{5B106E02-5D25-B4D5-477C-2A43CA8EECF0}"/>
          </ac:spMkLst>
        </pc:spChg>
        <pc:spChg chg="del">
          <ac:chgData name="Anna Luiza Braga de Albuquerque" userId="f796929f-64c5-4b39-8bca-db2c72b1440b" providerId="ADAL" clId="{B17D501C-E87D-4BE5-8CF8-ABE32BA8670E}" dt="2026-09-16T23:56:21.032" v="1854" actId="478"/>
          <ac:spMkLst>
            <pc:docMk/>
            <pc:sldMk cId="517229178" sldId="259"/>
            <ac:spMk id="21" creationId="{C688E7E6-64BE-331B-C712-F5946A9E45A3}"/>
          </ac:spMkLst>
        </pc:spChg>
        <pc:spChg chg="add mod">
          <ac:chgData name="Anna Luiza Braga de Albuquerque" userId="f796929f-64c5-4b39-8bca-db2c72b1440b" providerId="ADAL" clId="{B17D501C-E87D-4BE5-8CF8-ABE32BA8670E}" dt="2026-09-16T23:56:46.790" v="1856"/>
          <ac:spMkLst>
            <pc:docMk/>
            <pc:sldMk cId="517229178" sldId="259"/>
            <ac:spMk id="23" creationId="{59498977-EF3F-5E0E-66E4-0814C5EAEF73}"/>
          </ac:spMkLst>
        </pc:spChg>
        <pc:spChg chg="add del">
          <ac:chgData name="Anna Luiza Braga de Albuquerque" userId="f796929f-64c5-4b39-8bca-db2c72b1440b" providerId="ADAL" clId="{B17D501C-E87D-4BE5-8CF8-ABE32BA8670E}" dt="2026-09-17T02:01:32.040" v="4532" actId="478"/>
          <ac:spMkLst>
            <pc:docMk/>
            <pc:sldMk cId="517229178" sldId="259"/>
            <ac:spMk id="25" creationId="{C222B11C-4D5B-4A4C-A29C-AF72E132A539}"/>
          </ac:spMkLst>
        </pc:spChg>
        <pc:spChg chg="add">
          <ac:chgData name="Anna Luiza Braga de Albuquerque" userId="f796929f-64c5-4b39-8bca-db2c72b1440b" providerId="ADAL" clId="{B17D501C-E87D-4BE5-8CF8-ABE32BA8670E}" dt="2026-09-17T02:01:32.914" v="4533" actId="22"/>
          <ac:spMkLst>
            <pc:docMk/>
            <pc:sldMk cId="517229178" sldId="259"/>
            <ac:spMk id="27" creationId="{A6733A62-228F-7938-55B6-439C11F74E44}"/>
          </ac:spMkLst>
        </pc:spChg>
        <pc:picChg chg="del">
          <ac:chgData name="Anna Luiza Braga de Albuquerque" userId="f796929f-64c5-4b39-8bca-db2c72b1440b" providerId="ADAL" clId="{B17D501C-E87D-4BE5-8CF8-ABE32BA8670E}" dt="2026-09-16T23:40:56.900" v="1441" actId="478"/>
          <ac:picMkLst>
            <pc:docMk/>
            <pc:sldMk cId="517229178" sldId="259"/>
            <ac:picMk id="7" creationId="{6AB4AC02-E8FE-006E-3D1B-4CA94C49D344}"/>
          </ac:picMkLst>
        </pc:picChg>
        <pc:picChg chg="add">
          <ac:chgData name="Anna Luiza Braga de Albuquerque" userId="f796929f-64c5-4b39-8bca-db2c72b1440b" providerId="ADAL" clId="{B17D501C-E87D-4BE5-8CF8-ABE32BA8670E}" dt="2026-09-16T23:41:03.669" v="1442" actId="22"/>
          <ac:picMkLst>
            <pc:docMk/>
            <pc:sldMk cId="517229178" sldId="259"/>
            <ac:picMk id="19" creationId="{031EA1EF-874F-756E-4F5A-F7C96F9B0C6B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1:24.961" v="4529" actId="22"/>
        <pc:sldMkLst>
          <pc:docMk/>
          <pc:sldMk cId="1036677063" sldId="262"/>
        </pc:sldMkLst>
        <pc:spChg chg="mod">
          <ac:chgData name="Anna Luiza Braga de Albuquerque" userId="f796929f-64c5-4b39-8bca-db2c72b1440b" providerId="ADAL" clId="{B17D501C-E87D-4BE5-8CF8-ABE32BA8670E}" dt="2026-09-16T22:58:07.283" v="685" actId="20577"/>
          <ac:spMkLst>
            <pc:docMk/>
            <pc:sldMk cId="1036677063" sldId="262"/>
            <ac:spMk id="2" creationId="{DD84F9E2-A080-807E-E774-FFB029F9DCB9}"/>
          </ac:spMkLst>
        </pc:spChg>
        <pc:spChg chg="add del mod">
          <ac:chgData name="Anna Luiza Braga de Albuquerque" userId="f796929f-64c5-4b39-8bca-db2c72b1440b" providerId="ADAL" clId="{B17D501C-E87D-4BE5-8CF8-ABE32BA8670E}" dt="2026-09-16T23:52:52.831" v="1838" actId="478"/>
          <ac:spMkLst>
            <pc:docMk/>
            <pc:sldMk cId="1036677063" sldId="262"/>
            <ac:spMk id="4" creationId="{5A98B47B-C88D-1AAD-B7A7-D693C81712FD}"/>
          </ac:spMkLst>
        </pc:spChg>
        <pc:spChg chg="add del mod">
          <ac:chgData name="Anna Luiza Braga de Albuquerque" userId="f796929f-64c5-4b39-8bca-db2c72b1440b" providerId="ADAL" clId="{B17D501C-E87D-4BE5-8CF8-ABE32BA8670E}" dt="2026-09-16T23:52:50.442" v="1824" actId="21"/>
          <ac:spMkLst>
            <pc:docMk/>
            <pc:sldMk cId="1036677063" sldId="262"/>
            <ac:spMk id="5" creationId="{09014629-C913-4237-186F-EE48806E6393}"/>
          </ac:spMkLst>
        </pc:spChg>
        <pc:spChg chg="add del mod">
          <ac:chgData name="Anna Luiza Braga de Albuquerque" userId="f796929f-64c5-4b39-8bca-db2c72b1440b" providerId="ADAL" clId="{B17D501C-E87D-4BE5-8CF8-ABE32BA8670E}" dt="2026-09-16T23:52:52.621" v="1837" actId="478"/>
          <ac:spMkLst>
            <pc:docMk/>
            <pc:sldMk cId="1036677063" sldId="262"/>
            <ac:spMk id="6" creationId="{87D494B2-CEF3-B7C7-F323-37E82EF9A41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8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6:39.039" v="663" actId="207"/>
          <ac:spMkLst>
            <pc:docMk/>
            <pc:sldMk cId="1036677063" sldId="262"/>
            <ac:spMk id="9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0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1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2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3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4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5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0:20.477" v="308" actId="207"/>
          <ac:spMkLst>
            <pc:docMk/>
            <pc:sldMk cId="1036677063" sldId="262"/>
            <ac:spMk id="16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7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8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6T22:57:21.644" v="676" actId="14100"/>
          <ac:spMkLst>
            <pc:docMk/>
            <pc:sldMk cId="1036677063" sldId="262"/>
            <ac:spMk id="19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6T23:53:02.794" v="1843" actId="478"/>
          <ac:spMkLst>
            <pc:docMk/>
            <pc:sldMk cId="1036677063" sldId="262"/>
            <ac:spMk id="20" creationId="{9037F027-6CAB-74F8-516B-2A1F68054F85}"/>
          </ac:spMkLst>
        </pc:spChg>
        <pc:spChg chg="add del">
          <ac:chgData name="Anna Luiza Braga de Albuquerque" userId="f796929f-64c5-4b39-8bca-db2c72b1440b" providerId="ADAL" clId="{B17D501C-E87D-4BE5-8CF8-ABE32BA8670E}" dt="2026-09-17T02:01:24.033" v="4528" actId="478"/>
          <ac:spMkLst>
            <pc:docMk/>
            <pc:sldMk cId="1036677063" sldId="262"/>
            <ac:spMk id="22" creationId="{DA5E4D87-6EF8-3196-E0F6-3945D8D50D5D}"/>
          </ac:spMkLst>
        </pc:spChg>
        <pc:spChg chg="add del mod">
          <ac:chgData name="Anna Luiza Braga de Albuquerque" userId="f796929f-64c5-4b39-8bca-db2c72b1440b" providerId="ADAL" clId="{B17D501C-E87D-4BE5-8CF8-ABE32BA8670E}" dt="2026-09-16T23:53:01.764" v="1842" actId="478"/>
          <ac:spMkLst>
            <pc:docMk/>
            <pc:sldMk cId="1036677063" sldId="262"/>
            <ac:spMk id="23" creationId="{BF4F2653-9379-DCB4-F0C3-518150ED476B}"/>
          </ac:spMkLst>
        </pc:spChg>
        <pc:spChg chg="add mod">
          <ac:chgData name="Anna Luiza Braga de Albuquerque" userId="f796929f-64c5-4b39-8bca-db2c72b1440b" providerId="ADAL" clId="{B17D501C-E87D-4BE5-8CF8-ABE32BA8670E}" dt="2026-09-16T23:53:08.906" v="1844"/>
          <ac:spMkLst>
            <pc:docMk/>
            <pc:sldMk cId="1036677063" sldId="262"/>
            <ac:spMk id="24" creationId="{88A19B99-E7B4-32E8-9876-0F5352B799AD}"/>
          </ac:spMkLst>
        </pc:spChg>
        <pc:spChg chg="add del">
          <ac:chgData name="Anna Luiza Braga de Albuquerque" userId="f796929f-64c5-4b39-8bca-db2c72b1440b" providerId="ADAL" clId="{B17D501C-E87D-4BE5-8CF8-ABE32BA8670E}" dt="2026-09-16T23:53:25.795" v="1846" actId="22"/>
          <ac:spMkLst>
            <pc:docMk/>
            <pc:sldMk cId="1036677063" sldId="262"/>
            <ac:spMk id="26" creationId="{5794AD4F-CF85-4896-556A-33CEBAC85A8E}"/>
          </ac:spMkLst>
        </pc:spChg>
        <pc:spChg chg="add del">
          <ac:chgData name="Anna Luiza Braga de Albuquerque" userId="f796929f-64c5-4b39-8bca-db2c72b1440b" providerId="ADAL" clId="{B17D501C-E87D-4BE5-8CF8-ABE32BA8670E}" dt="2026-09-16T23:53:34.042" v="1848" actId="22"/>
          <ac:spMkLst>
            <pc:docMk/>
            <pc:sldMk cId="1036677063" sldId="262"/>
            <ac:spMk id="28" creationId="{150D0A44-16E2-8514-A06F-703B3639A903}"/>
          </ac:spMkLst>
        </pc:spChg>
        <pc:spChg chg="add">
          <ac:chgData name="Anna Luiza Braga de Albuquerque" userId="f796929f-64c5-4b39-8bca-db2c72b1440b" providerId="ADAL" clId="{B17D501C-E87D-4BE5-8CF8-ABE32BA8670E}" dt="2026-09-17T02:01:24.961" v="4529" actId="22"/>
          <ac:spMkLst>
            <pc:docMk/>
            <pc:sldMk cId="1036677063" sldId="262"/>
            <ac:spMk id="31" creationId="{D096B7E8-73A9-E101-947B-4BFDD277CB9B}"/>
          </ac:spMkLst>
        </pc:spChg>
        <pc:picChg chg="mod">
          <ac:chgData name="Anna Luiza Braga de Albuquerque" userId="f796929f-64c5-4b39-8bca-db2c72b1440b" providerId="ADAL" clId="{B17D501C-E87D-4BE5-8CF8-ABE32BA8670E}" dt="2026-09-16T23:01:48.504" v="764" actId="1076"/>
          <ac:picMkLst>
            <pc:docMk/>
            <pc:sldMk cId="1036677063" sldId="262"/>
            <ac:picMk id="7" creationId="{2B424067-6B12-A90E-73D6-2A288B7D32F5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1:49.699" v="4539" actId="22"/>
        <pc:sldMkLst>
          <pc:docMk/>
          <pc:sldMk cId="453484166" sldId="263"/>
        </pc:sldMkLst>
        <pc:spChg chg="del">
          <ac:chgData name="Anna Luiza Braga de Albuquerque" userId="f796929f-64c5-4b39-8bca-db2c72b1440b" providerId="ADAL" clId="{B17D501C-E87D-4BE5-8CF8-ABE32BA8670E}" dt="2026-09-17T01:10:34.642" v="3069" actId="478"/>
          <ac:spMkLst>
            <pc:docMk/>
            <pc:sldMk cId="453484166" sldId="263"/>
            <ac:spMk id="2" creationId="{9F214C74-9843-8663-D593-C4A8765F0824}"/>
          </ac:spMkLst>
        </pc:spChg>
        <pc:spChg chg="add del mod">
          <ac:chgData name="Anna Luiza Braga de Albuquerque" userId="f796929f-64c5-4b39-8bca-db2c72b1440b" providerId="ADAL" clId="{B17D501C-E87D-4BE5-8CF8-ABE32BA8670E}" dt="2026-09-17T00:59:32.618" v="2656" actId="478"/>
          <ac:spMkLst>
            <pc:docMk/>
            <pc:sldMk cId="453484166" sldId="263"/>
            <ac:spMk id="5" creationId="{0003B4D6-A0F0-E3FA-BC70-262A17210984}"/>
          </ac:spMkLst>
        </pc:spChg>
        <pc:spChg chg="del">
          <ac:chgData name="Anna Luiza Braga de Albuquerque" userId="f796929f-64c5-4b39-8bca-db2c72b1440b" providerId="ADAL" clId="{B17D501C-E87D-4BE5-8CF8-ABE32BA8670E}" dt="2026-09-17T00:59:33.761" v="2657" actId="478"/>
          <ac:spMkLst>
            <pc:docMk/>
            <pc:sldMk cId="453484166" sldId="263"/>
            <ac:spMk id="6" creationId="{C093E831-38B2-102B-7C4F-C0322A994564}"/>
          </ac:spMkLst>
        </pc:spChg>
        <pc:spChg chg="del">
          <ac:chgData name="Anna Luiza Braga de Albuquerque" userId="f796929f-64c5-4b39-8bca-db2c72b1440b" providerId="ADAL" clId="{B17D501C-E87D-4BE5-8CF8-ABE32BA8670E}" dt="2026-09-17T00:59:29.549" v="2654" actId="478"/>
          <ac:spMkLst>
            <pc:docMk/>
            <pc:sldMk cId="453484166" sldId="263"/>
            <ac:spMk id="8" creationId="{52064118-31F8-8CB2-9EF8-462CE2DA2E59}"/>
          </ac:spMkLst>
        </pc:spChg>
        <pc:spChg chg="add mod">
          <ac:chgData name="Anna Luiza Braga de Albuquerque" userId="f796929f-64c5-4b39-8bca-db2c72b1440b" providerId="ADAL" clId="{B17D501C-E87D-4BE5-8CF8-ABE32BA8670E}" dt="2026-09-17T00:59:24.333" v="2653"/>
          <ac:spMkLst>
            <pc:docMk/>
            <pc:sldMk cId="453484166" sldId="263"/>
            <ac:spMk id="11" creationId="{E7110198-62D5-7FAA-77AD-EAE06F3C5208}"/>
          </ac:spMkLst>
        </pc:spChg>
        <pc:spChg chg="add del">
          <ac:chgData name="Anna Luiza Braga de Albuquerque" userId="f796929f-64c5-4b39-8bca-db2c72b1440b" providerId="ADAL" clId="{B17D501C-E87D-4BE5-8CF8-ABE32BA8670E}" dt="2026-09-17T02:01:48.813" v="4538" actId="478"/>
          <ac:spMkLst>
            <pc:docMk/>
            <pc:sldMk cId="453484166" sldId="263"/>
            <ac:spMk id="13" creationId="{30CF6B83-A111-C63A-3E94-B0F97EDEDECE}"/>
          </ac:spMkLst>
        </pc:spChg>
        <pc:spChg chg="add del mod ord">
          <ac:chgData name="Anna Luiza Braga de Albuquerque" userId="f796929f-64c5-4b39-8bca-db2c72b1440b" providerId="ADAL" clId="{B17D501C-E87D-4BE5-8CF8-ABE32BA8670E}" dt="2026-09-17T01:22:19.764" v="3306" actId="478"/>
          <ac:spMkLst>
            <pc:docMk/>
            <pc:sldMk cId="453484166" sldId="263"/>
            <ac:spMk id="15" creationId="{9AE3B6B9-5B7B-C125-ADFB-43238CD6E377}"/>
          </ac:spMkLst>
        </pc:spChg>
        <pc:spChg chg="add del mod">
          <ac:chgData name="Anna Luiza Braga de Albuquerque" userId="f796929f-64c5-4b39-8bca-db2c72b1440b" providerId="ADAL" clId="{B17D501C-E87D-4BE5-8CF8-ABE32BA8670E}" dt="2026-09-17T01:10:38.457" v="3071" actId="478"/>
          <ac:spMkLst>
            <pc:docMk/>
            <pc:sldMk cId="453484166" sldId="263"/>
            <ac:spMk id="19" creationId="{65F8F5F6-821C-9F92-81F1-0E8E6273E01C}"/>
          </ac:spMkLst>
        </pc:spChg>
        <pc:spChg chg="add del mod">
          <ac:chgData name="Anna Luiza Braga de Albuquerque" userId="f796929f-64c5-4b39-8bca-db2c72b1440b" providerId="ADAL" clId="{B17D501C-E87D-4BE5-8CF8-ABE32BA8670E}" dt="2026-09-17T01:11:01.182" v="3118" actId="1076"/>
          <ac:spMkLst>
            <pc:docMk/>
            <pc:sldMk cId="453484166" sldId="263"/>
            <ac:spMk id="21" creationId="{00000000-0000-0000-0000-000000000000}"/>
          </ac:spMkLst>
        </pc:spChg>
        <pc:spChg chg="add del mod">
          <ac:chgData name="Anna Luiza Braga de Albuquerque" userId="f796929f-64c5-4b39-8bca-db2c72b1440b" providerId="ADAL" clId="{B17D501C-E87D-4BE5-8CF8-ABE32BA8670E}" dt="2026-09-17T01:22:31.676" v="3309" actId="207"/>
          <ac:spMkLst>
            <pc:docMk/>
            <pc:sldMk cId="453484166" sldId="263"/>
            <ac:spMk id="22" creationId="{00000000-0000-0000-0000-000000000000}"/>
          </ac:spMkLst>
        </pc:spChg>
        <pc:spChg chg="add mod ord">
          <ac:chgData name="Anna Luiza Braga de Albuquerque" userId="f796929f-64c5-4b39-8bca-db2c72b1440b" providerId="ADAL" clId="{B17D501C-E87D-4BE5-8CF8-ABE32BA8670E}" dt="2026-09-17T01:10:54.418" v="3117" actId="167"/>
          <ac:spMkLst>
            <pc:docMk/>
            <pc:sldMk cId="453484166" sldId="263"/>
            <ac:spMk id="24" creationId="{30A6B60E-B40F-983C-516E-18D9C43C3EFA}"/>
          </ac:spMkLst>
        </pc:spChg>
        <pc:spChg chg="add">
          <ac:chgData name="Anna Luiza Braga de Albuquerque" userId="f796929f-64c5-4b39-8bca-db2c72b1440b" providerId="ADAL" clId="{B17D501C-E87D-4BE5-8CF8-ABE32BA8670E}" dt="2026-09-17T02:01:49.699" v="4539" actId="22"/>
          <ac:spMkLst>
            <pc:docMk/>
            <pc:sldMk cId="453484166" sldId="263"/>
            <ac:spMk id="26" creationId="{FCC2FA6E-526D-9372-6130-9C18CCB22BA3}"/>
          </ac:spMkLst>
        </pc:spChg>
        <pc:graphicFrameChg chg="add mod modGraphic">
          <ac:chgData name="Anna Luiza Braga de Albuquerque" userId="f796929f-64c5-4b39-8bca-db2c72b1440b" providerId="ADAL" clId="{B17D501C-E87D-4BE5-8CF8-ABE32BA8670E}" dt="2026-09-17T01:35:50.307" v="3366" actId="255"/>
          <ac:graphicFrameMkLst>
            <pc:docMk/>
            <pc:sldMk cId="453484166" sldId="263"/>
            <ac:graphicFrameMk id="10" creationId="{95F7329D-9807-01C5-A6EF-45954227236C}"/>
          </ac:graphicFrameMkLst>
        </pc:graphicFrameChg>
        <pc:picChg chg="mod">
          <ac:chgData name="Anna Luiza Braga de Albuquerque" userId="f796929f-64c5-4b39-8bca-db2c72b1440b" providerId="ADAL" clId="{B17D501C-E87D-4BE5-8CF8-ABE32BA8670E}" dt="2026-09-17T01:11:01.182" v="3118" actId="1076"/>
          <ac:picMkLst>
            <pc:docMk/>
            <pc:sldMk cId="453484166" sldId="263"/>
            <ac:picMk id="4" creationId="{EE2E038F-D855-6FCA-DFAE-94F8CCE314B9}"/>
          </ac:picMkLst>
        </pc:picChg>
        <pc:picChg chg="del">
          <ac:chgData name="Anna Luiza Braga de Albuquerque" userId="f796929f-64c5-4b39-8bca-db2c72b1440b" providerId="ADAL" clId="{B17D501C-E87D-4BE5-8CF8-ABE32BA8670E}" dt="2026-09-17T01:08:43.846" v="2986" actId="478"/>
          <ac:picMkLst>
            <pc:docMk/>
            <pc:sldMk cId="453484166" sldId="263"/>
            <ac:picMk id="7" creationId="{97EC79CF-AEEA-5A7D-7F54-1F3D212B1D0B}"/>
          </ac:picMkLst>
        </pc:picChg>
        <pc:picChg chg="add">
          <ac:chgData name="Anna Luiza Braga de Albuquerque" userId="f796929f-64c5-4b39-8bca-db2c72b1440b" providerId="ADAL" clId="{B17D501C-E87D-4BE5-8CF8-ABE32BA8670E}" dt="2026-09-17T01:08:44.729" v="2987" actId="22"/>
          <ac:picMkLst>
            <pc:docMk/>
            <pc:sldMk cId="453484166" sldId="263"/>
            <ac:picMk id="17" creationId="{F4F565C0-B757-D325-A5AF-BDC8F6AE5EC5}"/>
          </ac:picMkLst>
        </pc:picChg>
        <pc:picChg chg="del mod modCrop">
          <ac:chgData name="Anna Luiza Braga de Albuquerque" userId="f796929f-64c5-4b39-8bca-db2c72b1440b" providerId="ADAL" clId="{B17D501C-E87D-4BE5-8CF8-ABE32BA8670E}" dt="2026-09-17T00:59:01.297" v="2648" actId="478"/>
          <ac:picMkLst>
            <pc:docMk/>
            <pc:sldMk cId="453484166" sldId="263"/>
            <ac:picMk id="20" creationId="{C841D919-5D88-76E7-0073-7EAF8A967312}"/>
          </ac:picMkLst>
        </pc:picChg>
      </pc:sldChg>
      <pc:sldChg chg="addSp delSp modSp del mod">
        <pc:chgData name="Anna Luiza Braga de Albuquerque" userId="f796929f-64c5-4b39-8bca-db2c72b1440b" providerId="ADAL" clId="{B17D501C-E87D-4BE5-8CF8-ABE32BA8670E}" dt="2026-09-17T01:44:22.486" v="3570" actId="2696"/>
        <pc:sldMkLst>
          <pc:docMk/>
          <pc:sldMk cId="1127019838" sldId="264"/>
        </pc:sldMkLst>
        <pc:spChg chg="del">
          <ac:chgData name="Anna Luiza Braga de Albuquerque" userId="f796929f-64c5-4b39-8bca-db2c72b1440b" providerId="ADAL" clId="{B17D501C-E87D-4BE5-8CF8-ABE32BA8670E}" dt="2026-09-17T01:41:43.659" v="3503" actId="478"/>
          <ac:spMkLst>
            <pc:docMk/>
            <pc:sldMk cId="1127019838" sldId="264"/>
            <ac:spMk id="2" creationId="{AE24EF00-FF72-A27C-F028-07117EC78D65}"/>
          </ac:spMkLst>
        </pc:spChg>
        <pc:spChg chg="add del">
          <ac:chgData name="Anna Luiza Braga de Albuquerque" userId="f796929f-64c5-4b39-8bca-db2c72b1440b" providerId="ADAL" clId="{B17D501C-E87D-4BE5-8CF8-ABE32BA8670E}" dt="2026-09-17T01:18:42.607" v="3246" actId="478"/>
          <ac:spMkLst>
            <pc:docMk/>
            <pc:sldMk cId="1127019838" sldId="264"/>
            <ac:spMk id="5" creationId="{5C24BA8D-099D-7245-4D68-435E428F993B}"/>
          </ac:spMkLst>
        </pc:spChg>
        <pc:spChg chg="del mod">
          <ac:chgData name="Anna Luiza Braga de Albuquerque" userId="f796929f-64c5-4b39-8bca-db2c72b1440b" providerId="ADAL" clId="{B17D501C-E87D-4BE5-8CF8-ABE32BA8670E}" dt="2026-09-17T01:18:40.513" v="3245" actId="478"/>
          <ac:spMkLst>
            <pc:docMk/>
            <pc:sldMk cId="1127019838" sldId="264"/>
            <ac:spMk id="6" creationId="{5AE324CC-5C2B-2E51-B14D-1090BA42FD60}"/>
          </ac:spMkLst>
        </pc:spChg>
        <pc:spChg chg="del">
          <ac:chgData name="Anna Luiza Braga de Albuquerque" userId="f796929f-64c5-4b39-8bca-db2c72b1440b" providerId="ADAL" clId="{B17D501C-E87D-4BE5-8CF8-ABE32BA8670E}" dt="2026-09-17T01:18:43.692" v="3247" actId="478"/>
          <ac:spMkLst>
            <pc:docMk/>
            <pc:sldMk cId="1127019838" sldId="264"/>
            <ac:spMk id="8" creationId="{82664DAF-6FF6-7813-AB84-12752BE4DD50}"/>
          </ac:spMkLst>
        </pc:spChg>
        <pc:spChg chg="add">
          <ac:chgData name="Anna Luiza Braga de Albuquerque" userId="f796929f-64c5-4b39-8bca-db2c72b1440b" providerId="ADAL" clId="{B17D501C-E87D-4BE5-8CF8-ABE32BA8670E}" dt="2026-09-17T01:18:52.193" v="3248" actId="22"/>
          <ac:spMkLst>
            <pc:docMk/>
            <pc:sldMk cId="1127019838" sldId="264"/>
            <ac:spMk id="13" creationId="{B114BC96-E8E1-9BA1-F993-51D11260586C}"/>
          </ac:spMkLst>
        </pc:spChg>
        <pc:spChg chg="add">
          <ac:chgData name="Anna Luiza Braga de Albuquerque" userId="f796929f-64c5-4b39-8bca-db2c72b1440b" providerId="ADAL" clId="{B17D501C-E87D-4BE5-8CF8-ABE32BA8670E}" dt="2026-09-17T01:18:59.707" v="3249" actId="22"/>
          <ac:spMkLst>
            <pc:docMk/>
            <pc:sldMk cId="1127019838" sldId="264"/>
            <ac:spMk id="17" creationId="{3275F0AC-8B9A-ED4B-E155-0C7B052987EF}"/>
          </ac:spMkLst>
        </pc:spChg>
        <pc:spChg chg="add del">
          <ac:chgData name="Anna Luiza Braga de Albuquerque" userId="f796929f-64c5-4b39-8bca-db2c72b1440b" providerId="ADAL" clId="{B17D501C-E87D-4BE5-8CF8-ABE32BA8670E}" dt="2026-09-17T01:31:52.482" v="3344" actId="22"/>
          <ac:spMkLst>
            <pc:docMk/>
            <pc:sldMk cId="1127019838" sldId="264"/>
            <ac:spMk id="22" creationId="{F8C952EF-A642-EC64-3F30-6B7D8F96D075}"/>
          </ac:spMkLst>
        </pc:spChg>
        <pc:spChg chg="add mod">
          <ac:chgData name="Anna Luiza Braga de Albuquerque" userId="f796929f-64c5-4b39-8bca-db2c72b1440b" providerId="ADAL" clId="{B17D501C-E87D-4BE5-8CF8-ABE32BA8670E}" dt="2026-09-17T01:41:41.479" v="3502" actId="20577"/>
          <ac:spMkLst>
            <pc:docMk/>
            <pc:sldMk cId="1127019838" sldId="264"/>
            <ac:spMk id="29" creationId="{4B7472DB-172E-C4F3-C7B0-AC1594D798C5}"/>
          </ac:spMkLst>
        </pc:spChg>
        <pc:spChg chg="add del mod">
          <ac:chgData name="Anna Luiza Braga de Albuquerque" userId="f796929f-64c5-4b39-8bca-db2c72b1440b" providerId="ADAL" clId="{B17D501C-E87D-4BE5-8CF8-ABE32BA8670E}" dt="2026-09-17T01:41:45.501" v="3504" actId="478"/>
          <ac:spMkLst>
            <pc:docMk/>
            <pc:sldMk cId="1127019838" sldId="264"/>
            <ac:spMk id="31" creationId="{8F191950-C09D-4D13-C951-B8DEA7772560}"/>
          </ac:spMkLst>
        </pc:spChg>
        <pc:spChg chg="add del mod">
          <ac:chgData name="Anna Luiza Braga de Albuquerque" userId="f796929f-64c5-4b39-8bca-db2c72b1440b" providerId="ADAL" clId="{B17D501C-E87D-4BE5-8CF8-ABE32BA8670E}" dt="2026-09-17T01:41:46.956" v="3507"/>
          <ac:spMkLst>
            <pc:docMk/>
            <pc:sldMk cId="1127019838" sldId="264"/>
            <ac:spMk id="32" creationId="{44C7796B-44CD-0F05-8FF0-78F2CC7CD2F2}"/>
          </ac:spMkLst>
        </pc:spChg>
        <pc:graphicFrameChg chg="add del mod modGraphic">
          <ac:chgData name="Anna Luiza Braga de Albuquerque" userId="f796929f-64c5-4b39-8bca-db2c72b1440b" providerId="ADAL" clId="{B17D501C-E87D-4BE5-8CF8-ABE32BA8670E}" dt="2026-09-17T01:25:33.778" v="3325" actId="478"/>
          <ac:graphicFrameMkLst>
            <pc:docMk/>
            <pc:sldMk cId="1127019838" sldId="264"/>
            <ac:graphicFrameMk id="18" creationId="{80DDD12A-681C-A634-FB27-2D990BECD1D3}"/>
          </ac:graphicFrameMkLst>
        </pc:graphicFrameChg>
        <pc:graphicFrameChg chg="add mod modGraphic">
          <ac:chgData name="Anna Luiza Braga de Albuquerque" userId="f796929f-64c5-4b39-8bca-db2c72b1440b" providerId="ADAL" clId="{B17D501C-E87D-4BE5-8CF8-ABE32BA8670E}" dt="2026-09-17T01:41:22.549" v="3464" actId="1076"/>
          <ac:graphicFrameMkLst>
            <pc:docMk/>
            <pc:sldMk cId="1127019838" sldId="264"/>
            <ac:graphicFrameMk id="25" creationId="{AC26927C-9642-B9AC-8E5D-BE27EFA7785B}"/>
          </ac:graphicFrameMkLst>
        </pc:graphicFrameChg>
        <pc:graphicFrameChg chg="add mod modGraphic">
          <ac:chgData name="Anna Luiza Braga de Albuquerque" userId="f796929f-64c5-4b39-8bca-db2c72b1440b" providerId="ADAL" clId="{B17D501C-E87D-4BE5-8CF8-ABE32BA8670E}" dt="2026-09-17T01:41:18.024" v="3463" actId="1076"/>
          <ac:graphicFrameMkLst>
            <pc:docMk/>
            <pc:sldMk cId="1127019838" sldId="264"/>
            <ac:graphicFrameMk id="27" creationId="{4610BA1E-3DD2-8606-0AD4-DE0B1CE24694}"/>
          </ac:graphicFrameMkLst>
        </pc:graphicFrameChg>
        <pc:picChg chg="add del">
          <ac:chgData name="Anna Luiza Braga de Albuquerque" userId="f796929f-64c5-4b39-8bca-db2c72b1440b" providerId="ADAL" clId="{B17D501C-E87D-4BE5-8CF8-ABE32BA8670E}" dt="2026-09-17T01:31:45.905" v="3340" actId="478"/>
          <ac:picMkLst>
            <pc:docMk/>
            <pc:sldMk cId="1127019838" sldId="264"/>
            <ac:picMk id="4" creationId="{FCC48C20-3323-9031-C1B3-092440BEEC31}"/>
          </ac:picMkLst>
        </pc:picChg>
        <pc:picChg chg="del">
          <ac:chgData name="Anna Luiza Braga de Albuquerque" userId="f796929f-64c5-4b39-8bca-db2c72b1440b" providerId="ADAL" clId="{B17D501C-E87D-4BE5-8CF8-ABE32BA8670E}" dt="2026-09-17T01:08:56.683" v="2992" actId="478"/>
          <ac:picMkLst>
            <pc:docMk/>
            <pc:sldMk cId="1127019838" sldId="264"/>
            <ac:picMk id="7" creationId="{E72697F0-76F2-E987-C080-76BFD4AF438B}"/>
          </ac:picMkLst>
        </pc:picChg>
        <pc:picChg chg="add">
          <ac:chgData name="Anna Luiza Braga de Albuquerque" userId="f796929f-64c5-4b39-8bca-db2c72b1440b" providerId="ADAL" clId="{B17D501C-E87D-4BE5-8CF8-ABE32BA8670E}" dt="2026-09-17T01:08:57.523" v="2993" actId="22"/>
          <ac:picMkLst>
            <pc:docMk/>
            <pc:sldMk cId="1127019838" sldId="264"/>
            <ac:picMk id="11" creationId="{D1180C56-000F-BFAA-EC77-061A4A240BB0}"/>
          </ac:picMkLst>
        </pc:picChg>
        <pc:picChg chg="del mod">
          <ac:chgData name="Anna Luiza Braga de Albuquerque" userId="f796929f-64c5-4b39-8bca-db2c72b1440b" providerId="ADAL" clId="{B17D501C-E87D-4BE5-8CF8-ABE32BA8670E}" dt="2026-09-17T01:24:20.499" v="3315" actId="478"/>
          <ac:picMkLst>
            <pc:docMk/>
            <pc:sldMk cId="1127019838" sldId="264"/>
            <ac:picMk id="14" creationId="{F61296C7-EB2D-C179-04C9-0F9A5CDD5E55}"/>
          </ac:picMkLst>
        </pc:picChg>
        <pc:picChg chg="del">
          <ac:chgData name="Anna Luiza Braga de Albuquerque" userId="f796929f-64c5-4b39-8bca-db2c72b1440b" providerId="ADAL" clId="{B17D501C-E87D-4BE5-8CF8-ABE32BA8670E}" dt="2026-09-17T01:24:23.877" v="3316" actId="478"/>
          <ac:picMkLst>
            <pc:docMk/>
            <pc:sldMk cId="1127019838" sldId="264"/>
            <ac:picMk id="16" creationId="{AC7FDB52-923E-4896-F403-F3416805C6B0}"/>
          </ac:picMkLst>
        </pc:picChg>
        <pc:picChg chg="add del mod">
          <ac:chgData name="Anna Luiza Braga de Albuquerque" userId="f796929f-64c5-4b39-8bca-db2c72b1440b" providerId="ADAL" clId="{B17D501C-E87D-4BE5-8CF8-ABE32BA8670E}" dt="2026-09-17T01:31:43.596" v="3338" actId="931"/>
          <ac:picMkLst>
            <pc:docMk/>
            <pc:sldMk cId="1127019838" sldId="264"/>
            <ac:picMk id="20" creationId="{7FF86989-BD9F-2722-07A9-59E40F067EC9}"/>
          </ac:picMkLst>
        </pc:picChg>
        <pc:picChg chg="add mod">
          <ac:chgData name="Anna Luiza Braga de Albuquerque" userId="f796929f-64c5-4b39-8bca-db2c72b1440b" providerId="ADAL" clId="{B17D501C-E87D-4BE5-8CF8-ABE32BA8670E}" dt="2026-09-17T01:40:17.841" v="3446" actId="1076"/>
          <ac:picMkLst>
            <pc:docMk/>
            <pc:sldMk cId="1127019838" sldId="264"/>
            <ac:picMk id="24" creationId="{7A61D0F3-A458-E904-8A95-DCF404520B6D}"/>
          </ac:picMkLst>
        </pc:picChg>
        <pc:picChg chg="add del">
          <ac:chgData name="Anna Luiza Braga de Albuquerque" userId="f796929f-64c5-4b39-8bca-db2c72b1440b" providerId="ADAL" clId="{B17D501C-E87D-4BE5-8CF8-ABE32BA8670E}" dt="2026-09-17T01:42:07.506" v="3509" actId="478"/>
          <ac:picMkLst>
            <pc:docMk/>
            <pc:sldMk cId="1127019838" sldId="264"/>
            <ac:picMk id="34" creationId="{8C94C900-984B-7429-A89F-0AB46970F9E3}"/>
          </ac:picMkLst>
        </pc:picChg>
        <pc:picChg chg="add del">
          <ac:chgData name="Anna Luiza Braga de Albuquerque" userId="f796929f-64c5-4b39-8bca-db2c72b1440b" providerId="ADAL" clId="{B17D501C-E87D-4BE5-8CF8-ABE32BA8670E}" dt="2026-09-17T01:42:16.099" v="3511" actId="478"/>
          <ac:picMkLst>
            <pc:docMk/>
            <pc:sldMk cId="1127019838" sldId="264"/>
            <ac:picMk id="36" creationId="{FE580EF1-00F1-9C9D-AC71-553F289FFE58}"/>
          </ac:picMkLst>
        </pc:picChg>
        <pc:picChg chg="add del mod">
          <ac:chgData name="Anna Luiza Braga de Albuquerque" userId="f796929f-64c5-4b39-8bca-db2c72b1440b" providerId="ADAL" clId="{B17D501C-E87D-4BE5-8CF8-ABE32BA8670E}" dt="2026-09-17T01:42:51.448" v="3521" actId="478"/>
          <ac:picMkLst>
            <pc:docMk/>
            <pc:sldMk cId="1127019838" sldId="264"/>
            <ac:picMk id="38" creationId="{605D6981-679C-2621-B415-01338E0EEE78}"/>
          </ac:picMkLst>
        </pc:picChg>
        <pc:picChg chg="add del">
          <ac:chgData name="Anna Luiza Braga de Albuquerque" userId="f796929f-64c5-4b39-8bca-db2c72b1440b" providerId="ADAL" clId="{B17D501C-E87D-4BE5-8CF8-ABE32BA8670E}" dt="2026-09-17T01:42:52.913" v="3523" actId="478"/>
          <ac:picMkLst>
            <pc:docMk/>
            <pc:sldMk cId="1127019838" sldId="264"/>
            <ac:picMk id="40" creationId="{27608037-D2C4-11A1-D3F6-E49CB623D521}"/>
          </ac:picMkLst>
        </pc:picChg>
        <pc:picChg chg="add">
          <ac:chgData name="Anna Luiza Braga de Albuquerque" userId="f796929f-64c5-4b39-8bca-db2c72b1440b" providerId="ADAL" clId="{B17D501C-E87D-4BE5-8CF8-ABE32BA8670E}" dt="2026-09-17T01:43:00.642" v="3524" actId="22"/>
          <ac:picMkLst>
            <pc:docMk/>
            <pc:sldMk cId="1127019838" sldId="264"/>
            <ac:picMk id="42" creationId="{44770ACF-1EAF-1B7F-D7A3-A7EA2229B122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1:40.130" v="4535" actId="22"/>
        <pc:sldMkLst>
          <pc:docMk/>
          <pc:sldMk cId="875060925" sldId="265"/>
        </pc:sldMkLst>
        <pc:spChg chg="del">
          <ac:chgData name="Anna Luiza Braga de Albuquerque" userId="f796929f-64c5-4b39-8bca-db2c72b1440b" providerId="ADAL" clId="{B17D501C-E87D-4BE5-8CF8-ABE32BA8670E}" dt="2026-09-17T00:42:02.779" v="2252" actId="478"/>
          <ac:spMkLst>
            <pc:docMk/>
            <pc:sldMk cId="875060925" sldId="265"/>
            <ac:spMk id="2" creationId="{6DA0E368-4FAA-87D4-5B9E-9EF3FE24E1E7}"/>
          </ac:spMkLst>
        </pc:spChg>
        <pc:spChg chg="add del">
          <ac:chgData name="Anna Luiza Braga de Albuquerque" userId="f796929f-64c5-4b39-8bca-db2c72b1440b" providerId="ADAL" clId="{B17D501C-E87D-4BE5-8CF8-ABE32BA8670E}" dt="2026-09-16T23:57:11.732" v="1861" actId="478"/>
          <ac:spMkLst>
            <pc:docMk/>
            <pc:sldMk cId="875060925" sldId="265"/>
            <ac:spMk id="5" creationId="{A74A6335-584F-5599-99DE-2082127F394E}"/>
          </ac:spMkLst>
        </pc:spChg>
        <pc:spChg chg="del">
          <ac:chgData name="Anna Luiza Braga de Albuquerque" userId="f796929f-64c5-4b39-8bca-db2c72b1440b" providerId="ADAL" clId="{B17D501C-E87D-4BE5-8CF8-ABE32BA8670E}" dt="2026-09-16T23:57:10.096" v="1860" actId="478"/>
          <ac:spMkLst>
            <pc:docMk/>
            <pc:sldMk cId="875060925" sldId="265"/>
            <ac:spMk id="6" creationId="{334E3D01-7985-9EED-E2C8-A18C881D654E}"/>
          </ac:spMkLst>
        </pc:spChg>
        <pc:spChg chg="mod">
          <ac:chgData name="Anna Luiza Braga de Albuquerque" userId="f796929f-64c5-4b39-8bca-db2c72b1440b" providerId="ADAL" clId="{B17D501C-E87D-4BE5-8CF8-ABE32BA8670E}" dt="2026-09-17T00:43:09.089" v="2282" actId="1076"/>
          <ac:spMkLst>
            <pc:docMk/>
            <pc:sldMk cId="875060925" sldId="265"/>
            <ac:spMk id="8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0:16:22.610" v="2048" actId="478"/>
          <ac:spMkLst>
            <pc:docMk/>
            <pc:sldMk cId="875060925" sldId="265"/>
            <ac:spMk id="9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0:16:10.237" v="2042" actId="478"/>
          <ac:spMkLst>
            <pc:docMk/>
            <pc:sldMk cId="875060925" sldId="265"/>
            <ac:spMk id="10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0:16:16.908" v="2044" actId="478"/>
          <ac:spMkLst>
            <pc:docMk/>
            <pc:sldMk cId="875060925" sldId="265"/>
            <ac:spMk id="11" creationId="{00000000-0000-0000-0000-000000000000}"/>
          </ac:spMkLst>
        </pc:spChg>
        <pc:spChg chg="add del mod">
          <ac:chgData name="Anna Luiza Braga de Albuquerque" userId="f796929f-64c5-4b39-8bca-db2c72b1440b" providerId="ADAL" clId="{B17D501C-E87D-4BE5-8CF8-ABE32BA8670E}" dt="2026-09-17T00:16:21.659" v="2047" actId="478"/>
          <ac:spMkLst>
            <pc:docMk/>
            <pc:sldMk cId="875060925" sldId="265"/>
            <ac:spMk id="12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0:43:09.089" v="2282" actId="1076"/>
          <ac:spMkLst>
            <pc:docMk/>
            <pc:sldMk cId="875060925" sldId="265"/>
            <ac:spMk id="13" creationId="{00000000-0000-0000-0000-000000000000}"/>
          </ac:spMkLst>
        </pc:spChg>
        <pc:spChg chg="del">
          <ac:chgData name="Anna Luiza Braga de Albuquerque" userId="f796929f-64c5-4b39-8bca-db2c72b1440b" providerId="ADAL" clId="{B17D501C-E87D-4BE5-8CF8-ABE32BA8670E}" dt="2026-09-16T23:57:01.854" v="1858" actId="478"/>
          <ac:spMkLst>
            <pc:docMk/>
            <pc:sldMk cId="875060925" sldId="265"/>
            <ac:spMk id="14" creationId="{C0DE7BAD-9A64-C311-FFA1-2C93140D37D2}"/>
          </ac:spMkLst>
        </pc:spChg>
        <pc:spChg chg="add mod">
          <ac:chgData name="Anna Luiza Braga de Albuquerque" userId="f796929f-64c5-4b39-8bca-db2c72b1440b" providerId="ADAL" clId="{B17D501C-E87D-4BE5-8CF8-ABE32BA8670E}" dt="2026-09-16T23:57:06.765" v="1859"/>
          <ac:spMkLst>
            <pc:docMk/>
            <pc:sldMk cId="875060925" sldId="265"/>
            <ac:spMk id="16" creationId="{2AF13152-5563-804A-689E-075E03ED69E4}"/>
          </ac:spMkLst>
        </pc:spChg>
        <pc:spChg chg="add del">
          <ac:chgData name="Anna Luiza Braga de Albuquerque" userId="f796929f-64c5-4b39-8bca-db2c72b1440b" providerId="ADAL" clId="{B17D501C-E87D-4BE5-8CF8-ABE32BA8670E}" dt="2026-09-17T02:01:38.915" v="4534" actId="478"/>
          <ac:spMkLst>
            <pc:docMk/>
            <pc:sldMk cId="875060925" sldId="265"/>
            <ac:spMk id="18" creationId="{8BEEEAC8-B783-46D9-CC18-1D067D51B3CA}"/>
          </ac:spMkLst>
        </pc:spChg>
        <pc:spChg chg="add mod">
          <ac:chgData name="Anna Luiza Braga de Albuquerque" userId="f796929f-64c5-4b39-8bca-db2c72b1440b" providerId="ADAL" clId="{B17D501C-E87D-4BE5-8CF8-ABE32BA8670E}" dt="2026-09-17T00:34:24.603" v="2142" actId="207"/>
          <ac:spMkLst>
            <pc:docMk/>
            <pc:sldMk cId="875060925" sldId="265"/>
            <ac:spMk id="20" creationId="{EE031811-3EA6-7AB1-4919-6D7035394CA4}"/>
          </ac:spMkLst>
        </pc:spChg>
        <pc:spChg chg="add mod">
          <ac:chgData name="Anna Luiza Braga de Albuquerque" userId="f796929f-64c5-4b39-8bca-db2c72b1440b" providerId="ADAL" clId="{B17D501C-E87D-4BE5-8CF8-ABE32BA8670E}" dt="2026-09-17T00:28:40.678" v="2089" actId="1076"/>
          <ac:spMkLst>
            <pc:docMk/>
            <pc:sldMk cId="875060925" sldId="265"/>
            <ac:spMk id="22" creationId="{E5BACD5C-B694-3CA8-1662-E540098A18C2}"/>
          </ac:spMkLst>
        </pc:spChg>
        <pc:spChg chg="add mod">
          <ac:chgData name="Anna Luiza Braga de Albuquerque" userId="f796929f-64c5-4b39-8bca-db2c72b1440b" providerId="ADAL" clId="{B17D501C-E87D-4BE5-8CF8-ABE32BA8670E}" dt="2026-09-17T00:43:09.089" v="2282" actId="1076"/>
          <ac:spMkLst>
            <pc:docMk/>
            <pc:sldMk cId="875060925" sldId="265"/>
            <ac:spMk id="24" creationId="{06407BBC-049B-0426-B757-728478E902F0}"/>
          </ac:spMkLst>
        </pc:spChg>
        <pc:spChg chg="add mod">
          <ac:chgData name="Anna Luiza Braga de Albuquerque" userId="f796929f-64c5-4b39-8bca-db2c72b1440b" providerId="ADAL" clId="{B17D501C-E87D-4BE5-8CF8-ABE32BA8670E}" dt="2026-09-17T00:28:40.678" v="2089" actId="1076"/>
          <ac:spMkLst>
            <pc:docMk/>
            <pc:sldMk cId="875060925" sldId="265"/>
            <ac:spMk id="26" creationId="{15BF1751-7BD2-0132-7B9D-77A1E8707404}"/>
          </ac:spMkLst>
        </pc:spChg>
        <pc:spChg chg="add del mod">
          <ac:chgData name="Anna Luiza Braga de Albuquerque" userId="f796929f-64c5-4b39-8bca-db2c72b1440b" providerId="ADAL" clId="{B17D501C-E87D-4BE5-8CF8-ABE32BA8670E}" dt="2026-09-17T00:28:22.825" v="2086" actId="478"/>
          <ac:spMkLst>
            <pc:docMk/>
            <pc:sldMk cId="875060925" sldId="265"/>
            <ac:spMk id="27" creationId="{24BC7971-FF6F-E3F8-37E5-B7B1E2DE41AA}"/>
          </ac:spMkLst>
        </pc:spChg>
        <pc:spChg chg="add del mod">
          <ac:chgData name="Anna Luiza Braga de Albuquerque" userId="f796929f-64c5-4b39-8bca-db2c72b1440b" providerId="ADAL" clId="{B17D501C-E87D-4BE5-8CF8-ABE32BA8670E}" dt="2026-09-17T00:42:05.368" v="2254" actId="478"/>
          <ac:spMkLst>
            <pc:docMk/>
            <pc:sldMk cId="875060925" sldId="265"/>
            <ac:spMk id="29" creationId="{B1C60CCD-544A-226B-0A0D-B768F4E29D2D}"/>
          </ac:spMkLst>
        </pc:spChg>
        <pc:spChg chg="add mod">
          <ac:chgData name="Anna Luiza Braga de Albuquerque" userId="f796929f-64c5-4b39-8bca-db2c72b1440b" providerId="ADAL" clId="{B17D501C-E87D-4BE5-8CF8-ABE32BA8670E}" dt="2026-09-17T00:42:11.721" v="2276" actId="20577"/>
          <ac:spMkLst>
            <pc:docMk/>
            <pc:sldMk cId="875060925" sldId="265"/>
            <ac:spMk id="31" creationId="{0A11FE4E-4D8B-287B-0657-417AB08EF2EC}"/>
          </ac:spMkLst>
        </pc:spChg>
        <pc:spChg chg="add">
          <ac:chgData name="Anna Luiza Braga de Albuquerque" userId="f796929f-64c5-4b39-8bca-db2c72b1440b" providerId="ADAL" clId="{B17D501C-E87D-4BE5-8CF8-ABE32BA8670E}" dt="2026-09-17T02:01:40.130" v="4535" actId="22"/>
          <ac:spMkLst>
            <pc:docMk/>
            <pc:sldMk cId="875060925" sldId="265"/>
            <ac:spMk id="35" creationId="{B7492552-957B-B388-DC36-99345046319A}"/>
          </ac:spMkLst>
        </pc:spChg>
        <pc:picChg chg="mod">
          <ac:chgData name="Anna Luiza Braga de Albuquerque" userId="f796929f-64c5-4b39-8bca-db2c72b1440b" providerId="ADAL" clId="{B17D501C-E87D-4BE5-8CF8-ABE32BA8670E}" dt="2026-09-17T00:43:09.089" v="2282" actId="1076"/>
          <ac:picMkLst>
            <pc:docMk/>
            <pc:sldMk cId="875060925" sldId="265"/>
            <ac:picMk id="4" creationId="{080E0366-1183-D8EE-0128-47A4906324F7}"/>
          </ac:picMkLst>
        </pc:picChg>
        <pc:picChg chg="add">
          <ac:chgData name="Anna Luiza Braga de Albuquerque" userId="f796929f-64c5-4b39-8bca-db2c72b1440b" providerId="ADAL" clId="{B17D501C-E87D-4BE5-8CF8-ABE32BA8670E}" dt="2026-09-17T00:42:17.241" v="2277" actId="22"/>
          <ac:picMkLst>
            <pc:docMk/>
            <pc:sldMk cId="875060925" sldId="265"/>
            <ac:picMk id="33" creationId="{886F4AEB-56DF-E681-75A9-B696EDC889B4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2:07.328" v="4547" actId="22"/>
        <pc:sldMkLst>
          <pc:docMk/>
          <pc:sldMk cId="546526392" sldId="266"/>
        </pc:sldMkLst>
        <pc:spChg chg="del mod">
          <ac:chgData name="Anna Luiza Braga de Albuquerque" userId="f796929f-64c5-4b39-8bca-db2c72b1440b" providerId="ADAL" clId="{B17D501C-E87D-4BE5-8CF8-ABE32BA8670E}" dt="2026-09-17T01:55:16.068" v="4457" actId="478"/>
          <ac:spMkLst>
            <pc:docMk/>
            <pc:sldMk cId="546526392" sldId="266"/>
            <ac:spMk id="2" creationId="{6EC54627-3EBE-F210-2174-C79AB414C387}"/>
          </ac:spMkLst>
        </pc:spChg>
        <pc:spChg chg="add del">
          <ac:chgData name="Anna Luiza Braga de Albuquerque" userId="f796929f-64c5-4b39-8bca-db2c72b1440b" providerId="ADAL" clId="{B17D501C-E87D-4BE5-8CF8-ABE32BA8670E}" dt="2026-09-17T01:19:36.070" v="3264" actId="478"/>
          <ac:spMkLst>
            <pc:docMk/>
            <pc:sldMk cId="546526392" sldId="266"/>
            <ac:spMk id="4" creationId="{5522F949-5CF7-A872-54CF-4E8EDC0A2B42}"/>
          </ac:spMkLst>
        </pc:spChg>
        <pc:spChg chg="del">
          <ac:chgData name="Anna Luiza Braga de Albuquerque" userId="f796929f-64c5-4b39-8bca-db2c72b1440b" providerId="ADAL" clId="{B17D501C-E87D-4BE5-8CF8-ABE32BA8670E}" dt="2026-09-17T01:19:34.932" v="3263" actId="478"/>
          <ac:spMkLst>
            <pc:docMk/>
            <pc:sldMk cId="546526392" sldId="266"/>
            <ac:spMk id="5" creationId="{8F1D1AF6-9618-5A99-C60E-58DF116D1D8F}"/>
          </ac:spMkLst>
        </pc:spChg>
        <pc:spChg chg="del">
          <ac:chgData name="Anna Luiza Braga de Albuquerque" userId="f796929f-64c5-4b39-8bca-db2c72b1440b" providerId="ADAL" clId="{B17D501C-E87D-4BE5-8CF8-ABE32BA8670E}" dt="2026-09-17T01:19:31.430" v="3261" actId="478"/>
          <ac:spMkLst>
            <pc:docMk/>
            <pc:sldMk cId="546526392" sldId="266"/>
            <ac:spMk id="8" creationId="{24836AFE-A8D4-8208-87AF-3A716D3CE87B}"/>
          </ac:spMkLst>
        </pc:spChg>
        <pc:spChg chg="add del mod">
          <ac:chgData name="Anna Luiza Braga de Albuquerque" userId="f796929f-64c5-4b39-8bca-db2c72b1440b" providerId="ADAL" clId="{B17D501C-E87D-4BE5-8CF8-ABE32BA8670E}" dt="2026-09-17T01:57:09.616" v="4480" actId="478"/>
          <ac:spMkLst>
            <pc:docMk/>
            <pc:sldMk cId="546526392" sldId="266"/>
            <ac:spMk id="12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1:56:42.910" v="4470" actId="478"/>
          <ac:spMkLst>
            <pc:docMk/>
            <pc:sldMk cId="546526392" sldId="266"/>
            <ac:spMk id="13" creationId="{00000000-0000-0000-0000-000000000000}"/>
          </ac:spMkLst>
        </pc:spChg>
        <pc:spChg chg="add">
          <ac:chgData name="Anna Luiza Braga de Albuquerque" userId="f796929f-64c5-4b39-8bca-db2c72b1440b" providerId="ADAL" clId="{B17D501C-E87D-4BE5-8CF8-ABE32BA8670E}" dt="2026-09-17T01:19:32.531" v="3262" actId="22"/>
          <ac:spMkLst>
            <pc:docMk/>
            <pc:sldMk cId="546526392" sldId="266"/>
            <ac:spMk id="14" creationId="{29C7635F-E332-12BF-3A9E-3891B74A0BDD}"/>
          </ac:spMkLst>
        </pc:spChg>
        <pc:spChg chg="add mod">
          <ac:chgData name="Anna Luiza Braga de Albuquerque" userId="f796929f-64c5-4b39-8bca-db2c72b1440b" providerId="ADAL" clId="{B17D501C-E87D-4BE5-8CF8-ABE32BA8670E}" dt="2026-09-17T01:55:14.395" v="4456" actId="20577"/>
          <ac:spMkLst>
            <pc:docMk/>
            <pc:sldMk cId="546526392" sldId="266"/>
            <ac:spMk id="16" creationId="{ECE04412-4247-33F1-8F29-4734C153EA6C}"/>
          </ac:spMkLst>
        </pc:spChg>
        <pc:spChg chg="add del mod">
          <ac:chgData name="Anna Luiza Braga de Albuquerque" userId="f796929f-64c5-4b39-8bca-db2c72b1440b" providerId="ADAL" clId="{B17D501C-E87D-4BE5-8CF8-ABE32BA8670E}" dt="2026-09-17T01:55:17.214" v="4458" actId="478"/>
          <ac:spMkLst>
            <pc:docMk/>
            <pc:sldMk cId="546526392" sldId="266"/>
            <ac:spMk id="18" creationId="{C83EF80A-2D9A-0BBA-643E-F0E3D4E542C9}"/>
          </ac:spMkLst>
        </pc:spChg>
        <pc:spChg chg="add mod">
          <ac:chgData name="Anna Luiza Braga de Albuquerque" userId="f796929f-64c5-4b39-8bca-db2c72b1440b" providerId="ADAL" clId="{B17D501C-E87D-4BE5-8CF8-ABE32BA8670E}" dt="2026-09-17T01:59:13.683" v="4506" actId="14100"/>
          <ac:spMkLst>
            <pc:docMk/>
            <pc:sldMk cId="546526392" sldId="266"/>
            <ac:spMk id="22" creationId="{8054022E-6CA2-8A0A-8042-1477CFB89984}"/>
          </ac:spMkLst>
        </pc:spChg>
        <pc:spChg chg="add del">
          <ac:chgData name="Anna Luiza Braga de Albuquerque" userId="f796929f-64c5-4b39-8bca-db2c72b1440b" providerId="ADAL" clId="{B17D501C-E87D-4BE5-8CF8-ABE32BA8670E}" dt="2026-09-17T02:02:06.436" v="4546" actId="478"/>
          <ac:spMkLst>
            <pc:docMk/>
            <pc:sldMk cId="546526392" sldId="266"/>
            <ac:spMk id="24" creationId="{2AF55E1A-ECDD-E483-DFBD-753910CCD15A}"/>
          </ac:spMkLst>
        </pc:spChg>
        <pc:spChg chg="add">
          <ac:chgData name="Anna Luiza Braga de Albuquerque" userId="f796929f-64c5-4b39-8bca-db2c72b1440b" providerId="ADAL" clId="{B17D501C-E87D-4BE5-8CF8-ABE32BA8670E}" dt="2026-09-17T02:02:07.328" v="4547" actId="22"/>
          <ac:spMkLst>
            <pc:docMk/>
            <pc:sldMk cId="546526392" sldId="266"/>
            <ac:spMk id="26" creationId="{B498E2DA-E5ED-4618-3F4D-5F6EC1626A74}"/>
          </ac:spMkLst>
        </pc:spChg>
        <pc:picChg chg="add del mod">
          <ac:chgData name="Anna Luiza Braga de Albuquerque" userId="f796929f-64c5-4b39-8bca-db2c72b1440b" providerId="ADAL" clId="{B17D501C-E87D-4BE5-8CF8-ABE32BA8670E}" dt="2026-09-17T01:56:40.735" v="4468" actId="478"/>
          <ac:picMkLst>
            <pc:docMk/>
            <pc:sldMk cId="546526392" sldId="266"/>
            <ac:picMk id="6" creationId="{11B9B30D-73B6-C340-C899-A5C8B953B547}"/>
          </ac:picMkLst>
        </pc:picChg>
        <pc:picChg chg="del">
          <ac:chgData name="Anna Luiza Braga de Albuquerque" userId="f796929f-64c5-4b39-8bca-db2c72b1440b" providerId="ADAL" clId="{B17D501C-E87D-4BE5-8CF8-ABE32BA8670E}" dt="2026-09-17T01:55:18.036" v="4459" actId="478"/>
          <ac:picMkLst>
            <pc:docMk/>
            <pc:sldMk cId="546526392" sldId="266"/>
            <ac:picMk id="7" creationId="{F976FE05-9F0A-F7A3-5B3A-6C3728080AE9}"/>
          </ac:picMkLst>
        </pc:picChg>
        <pc:picChg chg="mod">
          <ac:chgData name="Anna Luiza Braga de Albuquerque" userId="f796929f-64c5-4b39-8bca-db2c72b1440b" providerId="ADAL" clId="{B17D501C-E87D-4BE5-8CF8-ABE32BA8670E}" dt="2026-09-17T01:59:22.684" v="4508" actId="1076"/>
          <ac:picMkLst>
            <pc:docMk/>
            <pc:sldMk cId="546526392" sldId="266"/>
            <ac:picMk id="11" creationId="{67D65F56-EE78-180B-1AA5-78D14C2BA52C}"/>
          </ac:picMkLst>
        </pc:picChg>
        <pc:picChg chg="add">
          <ac:chgData name="Anna Luiza Braga de Albuquerque" userId="f796929f-64c5-4b39-8bca-db2c72b1440b" providerId="ADAL" clId="{B17D501C-E87D-4BE5-8CF8-ABE32BA8670E}" dt="2026-09-17T01:55:22.616" v="4460" actId="22"/>
          <ac:picMkLst>
            <pc:docMk/>
            <pc:sldMk cId="546526392" sldId="266"/>
            <ac:picMk id="20" creationId="{713D5A54-74F3-E2EB-6EF8-3487C6FA0401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1:55.069" v="4541" actId="22"/>
        <pc:sldMkLst>
          <pc:docMk/>
          <pc:sldMk cId="4220808172" sldId="267"/>
        </pc:sldMkLst>
        <pc:spChg chg="del">
          <ac:chgData name="Anna Luiza Braga de Albuquerque" userId="f796929f-64c5-4b39-8bca-db2c72b1440b" providerId="ADAL" clId="{B17D501C-E87D-4BE5-8CF8-ABE32BA8670E}" dt="2026-09-17T01:08:48.471" v="2988" actId="478"/>
          <ac:spMkLst>
            <pc:docMk/>
            <pc:sldMk cId="4220808172" sldId="267"/>
            <ac:spMk id="2" creationId="{6C07CE24-7064-BAFF-56BD-B3B940F07ADC}"/>
          </ac:spMkLst>
        </pc:spChg>
        <pc:spChg chg="add del">
          <ac:chgData name="Anna Luiza Braga de Albuquerque" userId="f796929f-64c5-4b39-8bca-db2c72b1440b" providerId="ADAL" clId="{B17D501C-E87D-4BE5-8CF8-ABE32BA8670E}" dt="2026-09-17T01:11:42.375" v="3138" actId="478"/>
          <ac:spMkLst>
            <pc:docMk/>
            <pc:sldMk cId="4220808172" sldId="267"/>
            <ac:spMk id="4" creationId="{ACC67E87-3EAF-4D59-FEDD-4F139BB26DDB}"/>
          </ac:spMkLst>
        </pc:spChg>
        <pc:spChg chg="del">
          <ac:chgData name="Anna Luiza Braga de Albuquerque" userId="f796929f-64c5-4b39-8bca-db2c72b1440b" providerId="ADAL" clId="{B17D501C-E87D-4BE5-8CF8-ABE32BA8670E}" dt="2026-09-17T01:11:40.721" v="3137" actId="478"/>
          <ac:spMkLst>
            <pc:docMk/>
            <pc:sldMk cId="4220808172" sldId="267"/>
            <ac:spMk id="5" creationId="{7BFACB0A-23CB-D82B-4239-696A6AB06902}"/>
          </ac:spMkLst>
        </pc:spChg>
        <pc:spChg chg="del">
          <ac:chgData name="Anna Luiza Braga de Albuquerque" userId="f796929f-64c5-4b39-8bca-db2c72b1440b" providerId="ADAL" clId="{B17D501C-E87D-4BE5-8CF8-ABE32BA8670E}" dt="2026-09-17T01:11:43.307" v="3139" actId="478"/>
          <ac:spMkLst>
            <pc:docMk/>
            <pc:sldMk cId="4220808172" sldId="267"/>
            <ac:spMk id="8" creationId="{CA97354B-8A50-5306-BB08-08E69E0C6FE9}"/>
          </ac:spMkLst>
        </pc:spChg>
        <pc:spChg chg="add del mod">
          <ac:chgData name="Anna Luiza Braga de Albuquerque" userId="f796929f-64c5-4b39-8bca-db2c72b1440b" providerId="ADAL" clId="{B17D501C-E87D-4BE5-8CF8-ABE32BA8670E}" dt="2026-09-17T01:08:50.175" v="2989" actId="478"/>
          <ac:spMkLst>
            <pc:docMk/>
            <pc:sldMk cId="4220808172" sldId="267"/>
            <ac:spMk id="11" creationId="{5BF87C82-2F3B-96A9-6932-85EF2D887E94}"/>
          </ac:spMkLst>
        </pc:spChg>
        <pc:spChg chg="mod">
          <ac:chgData name="Anna Luiza Braga de Albuquerque" userId="f796929f-64c5-4b39-8bca-db2c72b1440b" providerId="ADAL" clId="{B17D501C-E87D-4BE5-8CF8-ABE32BA8670E}" dt="2026-09-17T01:24:36.573" v="3318" actId="255"/>
          <ac:spMkLst>
            <pc:docMk/>
            <pc:sldMk cId="4220808172" sldId="267"/>
            <ac:spMk id="17" creationId="{00000000-0000-0000-0000-000000000000}"/>
          </ac:spMkLst>
        </pc:spChg>
        <pc:spChg chg="add mod ord">
          <ac:chgData name="Anna Luiza Braga de Albuquerque" userId="f796929f-64c5-4b39-8bca-db2c72b1440b" providerId="ADAL" clId="{B17D501C-E87D-4BE5-8CF8-ABE32BA8670E}" dt="2026-09-17T01:42:41.413" v="3519" actId="1076"/>
          <ac:spMkLst>
            <pc:docMk/>
            <pc:sldMk cId="4220808172" sldId="267"/>
            <ac:spMk id="18" creationId="{2491FD9A-522E-1E05-B458-CDF0922B3B16}"/>
          </ac:spMkLst>
        </pc:spChg>
        <pc:spChg chg="add del">
          <ac:chgData name="Anna Luiza Braga de Albuquerque" userId="f796929f-64c5-4b39-8bca-db2c72b1440b" providerId="ADAL" clId="{B17D501C-E87D-4BE5-8CF8-ABE32BA8670E}" dt="2026-09-17T02:01:54.266" v="4540" actId="478"/>
          <ac:spMkLst>
            <pc:docMk/>
            <pc:sldMk cId="4220808172" sldId="267"/>
            <ac:spMk id="20" creationId="{A41DCA38-B993-3E98-4E40-1624A4A79488}"/>
          </ac:spMkLst>
        </pc:spChg>
        <pc:spChg chg="add">
          <ac:chgData name="Anna Luiza Braga de Albuquerque" userId="f796929f-64c5-4b39-8bca-db2c72b1440b" providerId="ADAL" clId="{B17D501C-E87D-4BE5-8CF8-ABE32BA8670E}" dt="2026-09-17T01:11:49.475" v="3141" actId="22"/>
          <ac:spMkLst>
            <pc:docMk/>
            <pc:sldMk cId="4220808172" sldId="267"/>
            <ac:spMk id="22" creationId="{B0576037-8893-08B6-E252-3BF597B443ED}"/>
          </ac:spMkLst>
        </pc:spChg>
        <pc:spChg chg="add mod">
          <ac:chgData name="Anna Luiza Braga de Albuquerque" userId="f796929f-64c5-4b39-8bca-db2c72b1440b" providerId="ADAL" clId="{B17D501C-E87D-4BE5-8CF8-ABE32BA8670E}" dt="2026-09-17T01:42:40.838" v="3518" actId="767"/>
          <ac:spMkLst>
            <pc:docMk/>
            <pc:sldMk cId="4220808172" sldId="267"/>
            <ac:spMk id="24" creationId="{2D9DD23F-0B33-F97C-0D0C-2C8E3946C6BB}"/>
          </ac:spMkLst>
        </pc:spChg>
        <pc:spChg chg="add">
          <ac:chgData name="Anna Luiza Braga de Albuquerque" userId="f796929f-64c5-4b39-8bca-db2c72b1440b" providerId="ADAL" clId="{B17D501C-E87D-4BE5-8CF8-ABE32BA8670E}" dt="2026-09-17T02:01:55.069" v="4541" actId="22"/>
          <ac:spMkLst>
            <pc:docMk/>
            <pc:sldMk cId="4220808172" sldId="267"/>
            <ac:spMk id="26" creationId="{BACC9A54-5EDD-2561-1D32-0A873538C949}"/>
          </ac:spMkLst>
        </pc:spChg>
        <pc:graphicFrameChg chg="add del mod modGraphic">
          <ac:chgData name="Anna Luiza Braga de Albuquerque" userId="f796929f-64c5-4b39-8bca-db2c72b1440b" providerId="ADAL" clId="{B17D501C-E87D-4BE5-8CF8-ABE32BA8670E}" dt="2026-09-17T01:21:24.036" v="3275" actId="478"/>
          <ac:graphicFrameMkLst>
            <pc:docMk/>
            <pc:sldMk cId="4220808172" sldId="267"/>
            <ac:graphicFrameMk id="23" creationId="{032678D1-663F-B467-CC36-52BDE09211D5}"/>
          </ac:graphicFrameMkLst>
        </pc:graphicFrameChg>
        <pc:picChg chg="mod">
          <ac:chgData name="Anna Luiza Braga de Albuquerque" userId="f796929f-64c5-4b39-8bca-db2c72b1440b" providerId="ADAL" clId="{B17D501C-E87D-4BE5-8CF8-ABE32BA8670E}" dt="2026-09-17T01:23:11.228" v="3310" actId="1076"/>
          <ac:picMkLst>
            <pc:docMk/>
            <pc:sldMk cId="4220808172" sldId="267"/>
            <ac:picMk id="6" creationId="{C22D0D45-FB4E-C2E4-CD28-A97037333EC1}"/>
          </ac:picMkLst>
        </pc:picChg>
        <pc:picChg chg="del">
          <ac:chgData name="Anna Luiza Braga de Albuquerque" userId="f796929f-64c5-4b39-8bca-db2c72b1440b" providerId="ADAL" clId="{B17D501C-E87D-4BE5-8CF8-ABE32BA8670E}" dt="2026-09-17T01:08:51.406" v="2990" actId="478"/>
          <ac:picMkLst>
            <pc:docMk/>
            <pc:sldMk cId="4220808172" sldId="267"/>
            <ac:picMk id="7" creationId="{4B5DCB0F-7DB4-363B-59F7-2F1BBE3D8D8E}"/>
          </ac:picMkLst>
        </pc:picChg>
        <pc:picChg chg="mod">
          <ac:chgData name="Anna Luiza Braga de Albuquerque" userId="f796929f-64c5-4b39-8bca-db2c72b1440b" providerId="ADAL" clId="{B17D501C-E87D-4BE5-8CF8-ABE32BA8670E}" dt="2026-09-17T01:21:49.056" v="3301" actId="14100"/>
          <ac:picMkLst>
            <pc:docMk/>
            <pc:sldMk cId="4220808172" sldId="267"/>
            <ac:picMk id="13" creationId="{F53CF084-859C-383E-BF8F-1E5DBCB3808B}"/>
          </ac:picMkLst>
        </pc:picChg>
        <pc:picChg chg="add del">
          <ac:chgData name="Anna Luiza Braga de Albuquerque" userId="f796929f-64c5-4b39-8bca-db2c72b1440b" providerId="ADAL" clId="{B17D501C-E87D-4BE5-8CF8-ABE32BA8670E}" dt="2026-09-17T01:42:41.916" v="3520" actId="478"/>
          <ac:picMkLst>
            <pc:docMk/>
            <pc:sldMk cId="4220808172" sldId="267"/>
            <ac:picMk id="14" creationId="{299D1D62-9A24-1CA0-DC19-093C70776244}"/>
          </ac:picMkLst>
        </pc:picChg>
        <pc:picChg chg="del">
          <ac:chgData name="Anna Luiza Braga de Albuquerque" userId="f796929f-64c5-4b39-8bca-db2c72b1440b" providerId="ADAL" clId="{B17D501C-E87D-4BE5-8CF8-ABE32BA8670E}" dt="2026-09-17T01:12:11.629" v="3142" actId="478"/>
          <ac:picMkLst>
            <pc:docMk/>
            <pc:sldMk cId="4220808172" sldId="267"/>
            <ac:picMk id="16" creationId="{4038FD7B-CB1F-841A-C857-3EB30E931DD3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2:02.963" v="4545" actId="22"/>
        <pc:sldMkLst>
          <pc:docMk/>
          <pc:sldMk cId="1928358208" sldId="268"/>
        </pc:sldMkLst>
        <pc:spChg chg="del">
          <ac:chgData name="Anna Luiza Braga de Albuquerque" userId="f796929f-64c5-4b39-8bca-db2c72b1440b" providerId="ADAL" clId="{B17D501C-E87D-4BE5-8CF8-ABE32BA8670E}" dt="2026-09-17T01:44:49.384" v="3571" actId="478"/>
          <ac:spMkLst>
            <pc:docMk/>
            <pc:sldMk cId="1928358208" sldId="268"/>
            <ac:spMk id="2" creationId="{C4BAC802-16B5-E3EE-856F-F0C2D98D4657}"/>
          </ac:spMkLst>
        </pc:spChg>
        <pc:spChg chg="add del">
          <ac:chgData name="Anna Luiza Braga de Albuquerque" userId="f796929f-64c5-4b39-8bca-db2c72b1440b" providerId="ADAL" clId="{B17D501C-E87D-4BE5-8CF8-ABE32BA8670E}" dt="2026-09-17T01:19:07.226" v="3252" actId="478"/>
          <ac:spMkLst>
            <pc:docMk/>
            <pc:sldMk cId="1928358208" sldId="268"/>
            <ac:spMk id="4" creationId="{236B4063-F1C7-408E-BF54-5FA21B05707E}"/>
          </ac:spMkLst>
        </pc:spChg>
        <pc:spChg chg="del">
          <ac:chgData name="Anna Luiza Braga de Albuquerque" userId="f796929f-64c5-4b39-8bca-db2c72b1440b" providerId="ADAL" clId="{B17D501C-E87D-4BE5-8CF8-ABE32BA8670E}" dt="2026-09-17T01:19:05.780" v="3251" actId="478"/>
          <ac:spMkLst>
            <pc:docMk/>
            <pc:sldMk cId="1928358208" sldId="268"/>
            <ac:spMk id="6" creationId="{CE0D65F3-C8C4-B184-7CE8-930F129DBBE2}"/>
          </ac:spMkLst>
        </pc:spChg>
        <pc:spChg chg="del">
          <ac:chgData name="Anna Luiza Braga de Albuquerque" userId="f796929f-64c5-4b39-8bca-db2c72b1440b" providerId="ADAL" clId="{B17D501C-E87D-4BE5-8CF8-ABE32BA8670E}" dt="2026-09-17T01:19:03.296" v="3250" actId="478"/>
          <ac:spMkLst>
            <pc:docMk/>
            <pc:sldMk cId="1928358208" sldId="268"/>
            <ac:spMk id="8" creationId="{FC3F676C-9170-E7FD-7633-D81332F370CD}"/>
          </ac:spMkLst>
        </pc:spChg>
        <pc:spChg chg="mod">
          <ac:chgData name="Anna Luiza Braga de Albuquerque" userId="f796929f-64c5-4b39-8bca-db2c72b1440b" providerId="ADAL" clId="{B17D501C-E87D-4BE5-8CF8-ABE32BA8670E}" dt="2026-09-17T01:46:11.133" v="3607" actId="1076"/>
          <ac:spMkLst>
            <pc:docMk/>
            <pc:sldMk cId="1928358208" sldId="268"/>
            <ac:spMk id="10" creationId="{00000000-0000-0000-0000-000000000000}"/>
          </ac:spMkLst>
        </pc:spChg>
        <pc:spChg chg="add">
          <ac:chgData name="Anna Luiza Braga de Albuquerque" userId="f796929f-64c5-4b39-8bca-db2c72b1440b" providerId="ADAL" clId="{B17D501C-E87D-4BE5-8CF8-ABE32BA8670E}" dt="2026-09-17T01:19:09.280" v="3253" actId="22"/>
          <ac:spMkLst>
            <pc:docMk/>
            <pc:sldMk cId="1928358208" sldId="268"/>
            <ac:spMk id="13" creationId="{5F0D4030-42E1-6D2B-C340-1158E1432884}"/>
          </ac:spMkLst>
        </pc:spChg>
        <pc:spChg chg="add del mod">
          <ac:chgData name="Anna Luiza Braga de Albuquerque" userId="f796929f-64c5-4b39-8bca-db2c72b1440b" providerId="ADAL" clId="{B17D501C-E87D-4BE5-8CF8-ABE32BA8670E}" dt="2026-09-17T01:44:51.383" v="3572" actId="478"/>
          <ac:spMkLst>
            <pc:docMk/>
            <pc:sldMk cId="1928358208" sldId="268"/>
            <ac:spMk id="15" creationId="{9FBBD9A6-6493-7C05-7D1F-F153362E596F}"/>
          </ac:spMkLst>
        </pc:spChg>
        <pc:spChg chg="add mod">
          <ac:chgData name="Anna Luiza Braga de Albuquerque" userId="f796929f-64c5-4b39-8bca-db2c72b1440b" providerId="ADAL" clId="{B17D501C-E87D-4BE5-8CF8-ABE32BA8670E}" dt="2026-09-17T01:47:10.101" v="3633" actId="20577"/>
          <ac:spMkLst>
            <pc:docMk/>
            <pc:sldMk cId="1928358208" sldId="268"/>
            <ac:spMk id="17" creationId="{CA06FF84-5B3C-2C73-C3AA-08505CD98891}"/>
          </ac:spMkLst>
        </pc:spChg>
        <pc:spChg chg="add del">
          <ac:chgData name="Anna Luiza Braga de Albuquerque" userId="f796929f-64c5-4b39-8bca-db2c72b1440b" providerId="ADAL" clId="{B17D501C-E87D-4BE5-8CF8-ABE32BA8670E}" dt="2026-09-17T02:02:02.035" v="4544" actId="478"/>
          <ac:spMkLst>
            <pc:docMk/>
            <pc:sldMk cId="1928358208" sldId="268"/>
            <ac:spMk id="21" creationId="{A7DECA36-093E-A172-0D7C-F6AEE26E90A6}"/>
          </ac:spMkLst>
        </pc:spChg>
        <pc:spChg chg="add">
          <ac:chgData name="Anna Luiza Braga de Albuquerque" userId="f796929f-64c5-4b39-8bca-db2c72b1440b" providerId="ADAL" clId="{B17D501C-E87D-4BE5-8CF8-ABE32BA8670E}" dt="2026-09-17T02:02:02.963" v="4545" actId="22"/>
          <ac:spMkLst>
            <pc:docMk/>
            <pc:sldMk cId="1928358208" sldId="268"/>
            <ac:spMk id="23" creationId="{297256D2-F70D-08F6-3C4A-902841021CFC}"/>
          </ac:spMkLst>
        </pc:spChg>
        <pc:picChg chg="mod">
          <ac:chgData name="Anna Luiza Braga de Albuquerque" userId="f796929f-64c5-4b39-8bca-db2c72b1440b" providerId="ADAL" clId="{B17D501C-E87D-4BE5-8CF8-ABE32BA8670E}" dt="2026-09-17T01:45:18.576" v="3586" actId="1076"/>
          <ac:picMkLst>
            <pc:docMk/>
            <pc:sldMk cId="1928358208" sldId="268"/>
            <ac:picMk id="5" creationId="{3989592E-9B45-8358-B740-253EBD52B978}"/>
          </ac:picMkLst>
        </pc:picChg>
        <pc:picChg chg="del">
          <ac:chgData name="Anna Luiza Braga de Albuquerque" userId="f796929f-64c5-4b39-8bca-db2c72b1440b" providerId="ADAL" clId="{B17D501C-E87D-4BE5-8CF8-ABE32BA8670E}" dt="2026-09-17T01:44:52.513" v="3573" actId="478"/>
          <ac:picMkLst>
            <pc:docMk/>
            <pc:sldMk cId="1928358208" sldId="268"/>
            <ac:picMk id="7" creationId="{D3645F1D-A568-FAAC-2595-115040AC0D6C}"/>
          </ac:picMkLst>
        </pc:picChg>
        <pc:picChg chg="mod">
          <ac:chgData name="Anna Luiza Braga de Albuquerque" userId="f796929f-64c5-4b39-8bca-db2c72b1440b" providerId="ADAL" clId="{B17D501C-E87D-4BE5-8CF8-ABE32BA8670E}" dt="2026-09-17T01:45:17.693" v="3585" actId="1076"/>
          <ac:picMkLst>
            <pc:docMk/>
            <pc:sldMk cId="1928358208" sldId="268"/>
            <ac:picMk id="9" creationId="{051897EC-6AA8-0EB4-58C7-1A10A55F9403}"/>
          </ac:picMkLst>
        </pc:picChg>
        <pc:picChg chg="add">
          <ac:chgData name="Anna Luiza Braga de Albuquerque" userId="f796929f-64c5-4b39-8bca-db2c72b1440b" providerId="ADAL" clId="{B17D501C-E87D-4BE5-8CF8-ABE32BA8670E}" dt="2026-09-17T01:45:04.648" v="3582" actId="22"/>
          <ac:picMkLst>
            <pc:docMk/>
            <pc:sldMk cId="1928358208" sldId="268"/>
            <ac:picMk id="19" creationId="{A793E6ED-AC18-FE01-5F34-405DC272F2BD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1:58:14.814" v="4491" actId="20578"/>
        <pc:sldMkLst>
          <pc:docMk/>
          <pc:sldMk cId="478932001" sldId="269"/>
        </pc:sldMkLst>
        <pc:spChg chg="del mod">
          <ac:chgData name="Anna Luiza Braga de Albuquerque" userId="f796929f-64c5-4b39-8bca-db2c72b1440b" providerId="ADAL" clId="{B17D501C-E87D-4BE5-8CF8-ABE32BA8670E}" dt="2026-09-17T01:47:35.874" v="3671" actId="478"/>
          <ac:spMkLst>
            <pc:docMk/>
            <pc:sldMk cId="478932001" sldId="269"/>
            <ac:spMk id="2" creationId="{9B85E45C-0FA8-18FC-B9BE-43189E917008}"/>
          </ac:spMkLst>
        </pc:spChg>
        <pc:spChg chg="del">
          <ac:chgData name="Anna Luiza Braga de Albuquerque" userId="f796929f-64c5-4b39-8bca-db2c72b1440b" providerId="ADAL" clId="{B17D501C-E87D-4BE5-8CF8-ABE32BA8670E}" dt="2026-09-17T01:19:14.414" v="3255" actId="478"/>
          <ac:spMkLst>
            <pc:docMk/>
            <pc:sldMk cId="478932001" sldId="269"/>
            <ac:spMk id="3" creationId="{FAD12867-6C53-6820-79D7-88CAF0F19CA0}"/>
          </ac:spMkLst>
        </pc:spChg>
        <pc:spChg chg="del">
          <ac:chgData name="Anna Luiza Braga de Albuquerque" userId="f796929f-64c5-4b39-8bca-db2c72b1440b" providerId="ADAL" clId="{B17D501C-E87D-4BE5-8CF8-ABE32BA8670E}" dt="2026-09-17T01:19:13.328" v="3254" actId="478"/>
          <ac:spMkLst>
            <pc:docMk/>
            <pc:sldMk cId="478932001" sldId="269"/>
            <ac:spMk id="4" creationId="{B97F47B7-5505-8D7C-49D9-6EB72061DFFE}"/>
          </ac:spMkLst>
        </pc:spChg>
        <pc:spChg chg="add del mod">
          <ac:chgData name="Anna Luiza Braga de Albuquerque" userId="f796929f-64c5-4b39-8bca-db2c72b1440b" providerId="ADAL" clId="{B17D501C-E87D-4BE5-8CF8-ABE32BA8670E}" dt="2026-09-17T01:58:14.814" v="4491" actId="20578"/>
          <ac:spMkLst>
            <pc:docMk/>
            <pc:sldMk cId="478932001" sldId="269"/>
            <ac:spMk id="8" creationId="{00000000-0000-0000-0000-000000000000}"/>
          </ac:spMkLst>
        </pc:spChg>
        <pc:spChg chg="add">
          <ac:chgData name="Anna Luiza Braga de Albuquerque" userId="f796929f-64c5-4b39-8bca-db2c72b1440b" providerId="ADAL" clId="{B17D501C-E87D-4BE5-8CF8-ABE32BA8670E}" dt="2026-09-17T01:19:15.504" v="3256" actId="22"/>
          <ac:spMkLst>
            <pc:docMk/>
            <pc:sldMk cId="478932001" sldId="269"/>
            <ac:spMk id="10" creationId="{E6246B09-F0EB-7B97-708A-011A9788682A}"/>
          </ac:spMkLst>
        </pc:spChg>
        <pc:spChg chg="add mod">
          <ac:chgData name="Anna Luiza Braga de Albuquerque" userId="f796929f-64c5-4b39-8bca-db2c72b1440b" providerId="ADAL" clId="{B17D501C-E87D-4BE5-8CF8-ABE32BA8670E}" dt="2026-09-17T01:47:29.654" v="3668" actId="20577"/>
          <ac:spMkLst>
            <pc:docMk/>
            <pc:sldMk cId="478932001" sldId="269"/>
            <ac:spMk id="12" creationId="{73B19EC5-3B93-E672-64B4-E336E9675FA9}"/>
          </ac:spMkLst>
        </pc:spChg>
        <pc:spChg chg="add del mod">
          <ac:chgData name="Anna Luiza Braga de Albuquerque" userId="f796929f-64c5-4b39-8bca-db2c72b1440b" providerId="ADAL" clId="{B17D501C-E87D-4BE5-8CF8-ABE32BA8670E}" dt="2026-09-17T01:47:37.944" v="3672" actId="478"/>
          <ac:spMkLst>
            <pc:docMk/>
            <pc:sldMk cId="478932001" sldId="269"/>
            <ac:spMk id="14" creationId="{9B54CA85-8913-CDD4-F756-6515E06F1C12}"/>
          </ac:spMkLst>
        </pc:spChg>
        <pc:spChg chg="add">
          <ac:chgData name="Anna Luiza Braga de Albuquerque" userId="f796929f-64c5-4b39-8bca-db2c72b1440b" providerId="ADAL" clId="{B17D501C-E87D-4BE5-8CF8-ABE32BA8670E}" dt="2026-09-17T01:51:09.374" v="4239" actId="22"/>
          <ac:spMkLst>
            <pc:docMk/>
            <pc:sldMk cId="478932001" sldId="269"/>
            <ac:spMk id="18" creationId="{FB46669A-A790-4716-E50C-3A23A0C7C4BB}"/>
          </ac:spMkLst>
        </pc:spChg>
        <pc:picChg chg="mod">
          <ac:chgData name="Anna Luiza Braga de Albuquerque" userId="f796929f-64c5-4b39-8bca-db2c72b1440b" providerId="ADAL" clId="{B17D501C-E87D-4BE5-8CF8-ABE32BA8670E}" dt="2026-09-17T01:50:49.796" v="4238" actId="1076"/>
          <ac:picMkLst>
            <pc:docMk/>
            <pc:sldMk cId="478932001" sldId="269"/>
            <ac:picMk id="6" creationId="{91920ADB-60E8-FE6A-FCD0-503A6E6A295A}"/>
          </ac:picMkLst>
        </pc:picChg>
        <pc:picChg chg="del">
          <ac:chgData name="Anna Luiza Braga de Albuquerque" userId="f796929f-64c5-4b39-8bca-db2c72b1440b" providerId="ADAL" clId="{B17D501C-E87D-4BE5-8CF8-ABE32BA8670E}" dt="2026-09-17T01:47:18.704" v="3635" actId="478"/>
          <ac:picMkLst>
            <pc:docMk/>
            <pc:sldMk cId="478932001" sldId="269"/>
            <ac:picMk id="7" creationId="{FFCA6C2B-7C49-C4E4-21BB-1F401624A547}"/>
          </ac:picMkLst>
        </pc:picChg>
        <pc:picChg chg="add">
          <ac:chgData name="Anna Luiza Braga de Albuquerque" userId="f796929f-64c5-4b39-8bca-db2c72b1440b" providerId="ADAL" clId="{B17D501C-E87D-4BE5-8CF8-ABE32BA8670E}" dt="2026-09-17T01:47:42.161" v="3673" actId="22"/>
          <ac:picMkLst>
            <pc:docMk/>
            <pc:sldMk cId="478932001" sldId="269"/>
            <ac:picMk id="16" creationId="{2BB65B5C-02C7-8E5D-4DDF-8D81088750AB}"/>
          </ac:picMkLst>
        </pc:picChg>
      </pc:sldChg>
      <pc:sldChg chg="addSp delSp modSp del mod">
        <pc:chgData name="Anna Luiza Braga de Albuquerque" userId="f796929f-64c5-4b39-8bca-db2c72b1440b" providerId="ADAL" clId="{B17D501C-E87D-4BE5-8CF8-ABE32BA8670E}" dt="2026-09-17T01:54:17.520" v="4404" actId="2696"/>
        <pc:sldMkLst>
          <pc:docMk/>
          <pc:sldMk cId="2719582907" sldId="270"/>
        </pc:sldMkLst>
        <pc:spChg chg="add del">
          <ac:chgData name="Anna Luiza Braga de Albuquerque" userId="f796929f-64c5-4b39-8bca-db2c72b1440b" providerId="ADAL" clId="{B17D501C-E87D-4BE5-8CF8-ABE32BA8670E}" dt="2026-09-17T01:19:21.299" v="3258" actId="478"/>
          <ac:spMkLst>
            <pc:docMk/>
            <pc:sldMk cId="2719582907" sldId="270"/>
            <ac:spMk id="5" creationId="{9AC7EE65-C340-8825-0107-BFDFED5DA0C9}"/>
          </ac:spMkLst>
        </pc:spChg>
        <pc:spChg chg="del">
          <ac:chgData name="Anna Luiza Braga de Albuquerque" userId="f796929f-64c5-4b39-8bca-db2c72b1440b" providerId="ADAL" clId="{B17D501C-E87D-4BE5-8CF8-ABE32BA8670E}" dt="2026-09-17T01:19:19.767" v="3257" actId="478"/>
          <ac:spMkLst>
            <pc:docMk/>
            <pc:sldMk cId="2719582907" sldId="270"/>
            <ac:spMk id="6" creationId="{FCA3EAAE-A56B-CB3A-C23E-471806C18171}"/>
          </ac:spMkLst>
        </pc:spChg>
        <pc:spChg chg="del">
          <ac:chgData name="Anna Luiza Braga de Albuquerque" userId="f796929f-64c5-4b39-8bca-db2c72b1440b" providerId="ADAL" clId="{B17D501C-E87D-4BE5-8CF8-ABE32BA8670E}" dt="2026-09-17T01:19:21.931" v="3259" actId="478"/>
          <ac:spMkLst>
            <pc:docMk/>
            <pc:sldMk cId="2719582907" sldId="270"/>
            <ac:spMk id="8" creationId="{9819854D-6BDD-3AAB-F6EE-014F4C2FE68E}"/>
          </ac:spMkLst>
        </pc:spChg>
        <pc:spChg chg="mod">
          <ac:chgData name="Anna Luiza Braga de Albuquerque" userId="f796929f-64c5-4b39-8bca-db2c72b1440b" providerId="ADAL" clId="{B17D501C-E87D-4BE5-8CF8-ABE32BA8670E}" dt="2026-09-17T01:53:49.973" v="4399" actId="1076"/>
          <ac:spMkLst>
            <pc:docMk/>
            <pc:sldMk cId="2719582907" sldId="270"/>
            <ac:spMk id="12" creationId="{00000000-0000-0000-0000-000000000000}"/>
          </ac:spMkLst>
        </pc:spChg>
        <pc:spChg chg="add">
          <ac:chgData name="Anna Luiza Braga de Albuquerque" userId="f796929f-64c5-4b39-8bca-db2c72b1440b" providerId="ADAL" clId="{B17D501C-E87D-4BE5-8CF8-ABE32BA8670E}" dt="2026-09-17T01:19:23.358" v="3260" actId="22"/>
          <ac:spMkLst>
            <pc:docMk/>
            <pc:sldMk cId="2719582907" sldId="270"/>
            <ac:spMk id="14" creationId="{0F22B35F-EBB6-8742-2D0C-D600A03E7F82}"/>
          </ac:spMkLst>
        </pc:spChg>
        <pc:graphicFrameChg chg="add mod modGraphic">
          <ac:chgData name="Anna Luiza Braga de Albuquerque" userId="f796929f-64c5-4b39-8bca-db2c72b1440b" providerId="ADAL" clId="{B17D501C-E87D-4BE5-8CF8-ABE32BA8670E}" dt="2026-09-17T01:54:00.497" v="4403" actId="1076"/>
          <ac:graphicFrameMkLst>
            <pc:docMk/>
            <pc:sldMk cId="2719582907" sldId="270"/>
            <ac:graphicFrameMk id="15" creationId="{D09D0DB6-A84F-8837-D747-4D679D1F57FC}"/>
          </ac:graphicFrameMkLst>
        </pc:graphicFrameChg>
        <pc:picChg chg="mod">
          <ac:chgData name="Anna Luiza Braga de Albuquerque" userId="f796929f-64c5-4b39-8bca-db2c72b1440b" providerId="ADAL" clId="{B17D501C-E87D-4BE5-8CF8-ABE32BA8670E}" dt="2026-09-17T01:53:57.285" v="4402" actId="1076"/>
          <ac:picMkLst>
            <pc:docMk/>
            <pc:sldMk cId="2719582907" sldId="270"/>
            <ac:picMk id="4" creationId="{5B4E5F78-B579-39C1-F996-170FFBBC2774}"/>
          </ac:picMkLst>
        </pc:picChg>
        <pc:picChg chg="del">
          <ac:chgData name="Anna Luiza Braga de Albuquerque" userId="f796929f-64c5-4b39-8bca-db2c72b1440b" providerId="ADAL" clId="{B17D501C-E87D-4BE5-8CF8-ABE32BA8670E}" dt="2026-09-17T01:52:04.894" v="4240" actId="478"/>
          <ac:picMkLst>
            <pc:docMk/>
            <pc:sldMk cId="2719582907" sldId="270"/>
            <ac:picMk id="9" creationId="{FC4EC67E-0ECD-0342-FA5B-024E28C10AC1}"/>
          </ac:picMkLst>
        </pc:picChg>
        <pc:picChg chg="del">
          <ac:chgData name="Anna Luiza Braga de Albuquerque" userId="f796929f-64c5-4b39-8bca-db2c72b1440b" providerId="ADAL" clId="{B17D501C-E87D-4BE5-8CF8-ABE32BA8670E}" dt="2026-09-17T01:52:06.329" v="4241" actId="478"/>
          <ac:picMkLst>
            <pc:docMk/>
            <pc:sldMk cId="2719582907" sldId="270"/>
            <ac:picMk id="11" creationId="{2C596F3E-BCE4-9867-F2BF-D71E3F7294FE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2:03:22.603" v="4577" actId="113"/>
        <pc:sldMkLst>
          <pc:docMk/>
          <pc:sldMk cId="2340421265" sldId="271"/>
        </pc:sldMkLst>
        <pc:spChg chg="del mod">
          <ac:chgData name="Anna Luiza Braga de Albuquerque" userId="f796929f-64c5-4b39-8bca-db2c72b1440b" providerId="ADAL" clId="{B17D501C-E87D-4BE5-8CF8-ABE32BA8670E}" dt="2026-09-17T02:02:47.635" v="4564" actId="478"/>
          <ac:spMkLst>
            <pc:docMk/>
            <pc:sldMk cId="2340421265" sldId="271"/>
            <ac:spMk id="2" creationId="{5E16E3CD-F816-46D4-A234-7B0889367163}"/>
          </ac:spMkLst>
        </pc:spChg>
        <pc:spChg chg="add del">
          <ac:chgData name="Anna Luiza Braga de Albuquerque" userId="f796929f-64c5-4b39-8bca-db2c72b1440b" providerId="ADAL" clId="{B17D501C-E87D-4BE5-8CF8-ABE32BA8670E}" dt="2026-09-16T23:33:32.385" v="821" actId="22"/>
          <ac:spMkLst>
            <pc:docMk/>
            <pc:sldMk cId="2340421265" sldId="271"/>
            <ac:spMk id="5" creationId="{00C6948B-5350-AFA3-FC9F-98659B8559AF}"/>
          </ac:spMkLst>
        </pc:spChg>
        <pc:spChg chg="del mod">
          <ac:chgData name="Anna Luiza Braga de Albuquerque" userId="f796929f-64c5-4b39-8bca-db2c72b1440b" providerId="ADAL" clId="{B17D501C-E87D-4BE5-8CF8-ABE32BA8670E}" dt="2026-09-17T01:19:43.151" v="3268" actId="478"/>
          <ac:spMkLst>
            <pc:docMk/>
            <pc:sldMk cId="2340421265" sldId="271"/>
            <ac:spMk id="6" creationId="{0381CF7A-82AA-0BEE-5AB3-D08C5D305E81}"/>
          </ac:spMkLst>
        </pc:spChg>
        <pc:spChg chg="add del mod">
          <ac:chgData name="Anna Luiza Braga de Albuquerque" userId="f796929f-64c5-4b39-8bca-db2c72b1440b" providerId="ADAL" clId="{B17D501C-E87D-4BE5-8CF8-ABE32BA8670E}" dt="2026-09-17T02:03:22.603" v="4577" actId="113"/>
          <ac:spMkLst>
            <pc:docMk/>
            <pc:sldMk cId="2340421265" sldId="271"/>
            <ac:spMk id="8" creationId="{00000000-0000-0000-0000-000000000000}"/>
          </ac:spMkLst>
        </pc:spChg>
        <pc:spChg chg="del">
          <ac:chgData name="Anna Luiza Braga de Albuquerque" userId="f796929f-64c5-4b39-8bca-db2c72b1440b" providerId="ADAL" clId="{B17D501C-E87D-4BE5-8CF8-ABE32BA8670E}" dt="2026-09-17T01:19:39.075" v="3265" actId="478"/>
          <ac:spMkLst>
            <pc:docMk/>
            <pc:sldMk cId="2340421265" sldId="271"/>
            <ac:spMk id="9" creationId="{581687B1-47A7-4F39-4EF8-5196E0CFCFC4}"/>
          </ac:spMkLst>
        </pc:spChg>
        <pc:spChg chg="add">
          <ac:chgData name="Anna Luiza Braga de Albuquerque" userId="f796929f-64c5-4b39-8bca-db2c72b1440b" providerId="ADAL" clId="{B17D501C-E87D-4BE5-8CF8-ABE32BA8670E}" dt="2026-09-17T01:19:39.926" v="3266" actId="22"/>
          <ac:spMkLst>
            <pc:docMk/>
            <pc:sldMk cId="2340421265" sldId="271"/>
            <ac:spMk id="12" creationId="{E4F5958A-F0F2-1FA9-8DC1-1EBA1456951A}"/>
          </ac:spMkLst>
        </pc:spChg>
        <pc:spChg chg="add del">
          <ac:chgData name="Anna Luiza Braga de Albuquerque" userId="f796929f-64c5-4b39-8bca-db2c72b1440b" providerId="ADAL" clId="{B17D501C-E87D-4BE5-8CF8-ABE32BA8670E}" dt="2026-09-17T02:02:10.235" v="4548" actId="478"/>
          <ac:spMkLst>
            <pc:docMk/>
            <pc:sldMk cId="2340421265" sldId="271"/>
            <ac:spMk id="14" creationId="{D5F85383-01C3-BC53-A87A-0DE3BDD3DAB3}"/>
          </ac:spMkLst>
        </pc:spChg>
        <pc:spChg chg="add">
          <ac:chgData name="Anna Luiza Braga de Albuquerque" userId="f796929f-64c5-4b39-8bca-db2c72b1440b" providerId="ADAL" clId="{B17D501C-E87D-4BE5-8CF8-ABE32BA8670E}" dt="2026-09-17T02:02:11.148" v="4549" actId="22"/>
          <ac:spMkLst>
            <pc:docMk/>
            <pc:sldMk cId="2340421265" sldId="271"/>
            <ac:spMk id="16" creationId="{302F6EA4-998B-C624-E05C-C04FE5627179}"/>
          </ac:spMkLst>
        </pc:spChg>
        <pc:spChg chg="add mod">
          <ac:chgData name="Anna Luiza Braga de Albuquerque" userId="f796929f-64c5-4b39-8bca-db2c72b1440b" providerId="ADAL" clId="{B17D501C-E87D-4BE5-8CF8-ABE32BA8670E}" dt="2026-09-17T02:02:45.938" v="4563" actId="20577"/>
          <ac:spMkLst>
            <pc:docMk/>
            <pc:sldMk cId="2340421265" sldId="271"/>
            <ac:spMk id="18" creationId="{6676A8FF-43B5-4E42-062F-AAE2BE5D0023}"/>
          </ac:spMkLst>
        </pc:spChg>
        <pc:spChg chg="add del mod">
          <ac:chgData name="Anna Luiza Braga de Albuquerque" userId="f796929f-64c5-4b39-8bca-db2c72b1440b" providerId="ADAL" clId="{B17D501C-E87D-4BE5-8CF8-ABE32BA8670E}" dt="2026-09-17T02:02:48.890" v="4565" actId="478"/>
          <ac:spMkLst>
            <pc:docMk/>
            <pc:sldMk cId="2340421265" sldId="271"/>
            <ac:spMk id="20" creationId="{804DBCE8-69B0-9302-7A38-D97CD824CF31}"/>
          </ac:spMkLst>
        </pc:spChg>
        <pc:picChg chg="mod">
          <ac:chgData name="Anna Luiza Braga de Albuquerque" userId="f796929f-64c5-4b39-8bca-db2c72b1440b" providerId="ADAL" clId="{B17D501C-E87D-4BE5-8CF8-ABE32BA8670E}" dt="2026-09-17T01:59:39.548" v="4513" actId="1076"/>
          <ac:picMkLst>
            <pc:docMk/>
            <pc:sldMk cId="2340421265" sldId="271"/>
            <ac:picMk id="4" creationId="{4C1F3BD3-8434-E3F4-8A44-C58654923835}"/>
          </ac:picMkLst>
        </pc:picChg>
        <pc:picChg chg="del">
          <ac:chgData name="Anna Luiza Braga de Albuquerque" userId="f796929f-64c5-4b39-8bca-db2c72b1440b" providerId="ADAL" clId="{B17D501C-E87D-4BE5-8CF8-ABE32BA8670E}" dt="2026-09-17T02:02:50.231" v="4566" actId="478"/>
          <ac:picMkLst>
            <pc:docMk/>
            <pc:sldMk cId="2340421265" sldId="271"/>
            <ac:picMk id="7" creationId="{89B03CAE-4DE0-4889-691F-579C22D6CFB4}"/>
          </ac:picMkLst>
        </pc:picChg>
        <pc:picChg chg="add">
          <ac:chgData name="Anna Luiza Braga de Albuquerque" userId="f796929f-64c5-4b39-8bca-db2c72b1440b" providerId="ADAL" clId="{B17D501C-E87D-4BE5-8CF8-ABE32BA8670E}" dt="2026-09-17T02:02:54.214" v="4567" actId="22"/>
          <ac:picMkLst>
            <pc:docMk/>
            <pc:sldMk cId="2340421265" sldId="271"/>
            <ac:picMk id="22" creationId="{B4FFD3F2-41FE-01B4-42B5-18F7D2AFABA7}"/>
          </ac:picMkLst>
        </pc:picChg>
      </pc:sldChg>
      <pc:sldChg chg="addSp delSp modSp mod">
        <pc:chgData name="Anna Luiza Braga de Albuquerque" userId="f796929f-64c5-4b39-8bca-db2c72b1440b" providerId="ADAL" clId="{B17D501C-E87D-4BE5-8CF8-ABE32BA8670E}" dt="2026-09-17T01:20:10.349" v="3273" actId="478"/>
        <pc:sldMkLst>
          <pc:docMk/>
          <pc:sldMk cId="1446451493" sldId="272"/>
        </pc:sldMkLst>
        <pc:spChg chg="del mod">
          <ac:chgData name="Anna Luiza Braga de Albuquerque" userId="f796929f-64c5-4b39-8bca-db2c72b1440b" providerId="ADAL" clId="{B17D501C-E87D-4BE5-8CF8-ABE32BA8670E}" dt="2026-09-16T23:34:53.209" v="851" actId="478"/>
          <ac:spMkLst>
            <pc:docMk/>
            <pc:sldMk cId="1446451493" sldId="272"/>
            <ac:spMk id="2" creationId="{BD61CB7C-12B7-662E-E6FB-BD2B6383831C}"/>
          </ac:spMkLst>
        </pc:spChg>
        <pc:spChg chg="add del mod">
          <ac:chgData name="Anna Luiza Braga de Albuquerque" userId="f796929f-64c5-4b39-8bca-db2c72b1440b" providerId="ADAL" clId="{B17D501C-E87D-4BE5-8CF8-ABE32BA8670E}" dt="2026-09-16T23:34:59.120" v="853" actId="20577"/>
          <ac:spMkLst>
            <pc:docMk/>
            <pc:sldMk cId="1446451493" sldId="272"/>
            <ac:spMk id="8" creationId="{00000000-0000-0000-0000-000000000000}"/>
          </ac:spMkLst>
        </pc:spChg>
        <pc:spChg chg="add del mod">
          <ac:chgData name="Anna Luiza Braga de Albuquerque" userId="f796929f-64c5-4b39-8bca-db2c72b1440b" providerId="ADAL" clId="{B17D501C-E87D-4BE5-8CF8-ABE32BA8670E}" dt="2026-09-16T23:36:25.005" v="886" actId="21"/>
          <ac:spMkLst>
            <pc:docMk/>
            <pc:sldMk cId="1446451493" sldId="272"/>
            <ac:spMk id="10" creationId="{4579BA06-EA6B-B98A-325B-0F1AA19D31BE}"/>
          </ac:spMkLst>
        </pc:spChg>
        <pc:spChg chg="add mod">
          <ac:chgData name="Anna Luiza Braga de Albuquerque" userId="f796929f-64c5-4b39-8bca-db2c72b1440b" providerId="ADAL" clId="{B17D501C-E87D-4BE5-8CF8-ABE32BA8670E}" dt="2026-09-16T23:36:53.781" v="891" actId="1076"/>
          <ac:spMkLst>
            <pc:docMk/>
            <pc:sldMk cId="1446451493" sldId="272"/>
            <ac:spMk id="12" creationId="{9F370F2A-FFB4-F6D9-001F-8D8B283BED73}"/>
          </ac:spMkLst>
        </pc:spChg>
        <pc:spChg chg="del">
          <ac:chgData name="Anna Luiza Braga de Albuquerque" userId="f796929f-64c5-4b39-8bca-db2c72b1440b" providerId="ADAL" clId="{B17D501C-E87D-4BE5-8CF8-ABE32BA8670E}" dt="2026-09-17T01:20:08.677" v="3272" actId="478"/>
          <ac:spMkLst>
            <pc:docMk/>
            <pc:sldMk cId="1446451493" sldId="272"/>
            <ac:spMk id="16" creationId="{AF151AB8-2F73-B6DE-0B4F-DD3D0F069B8B}"/>
          </ac:spMkLst>
        </pc:spChg>
        <pc:spChg chg="del">
          <ac:chgData name="Anna Luiza Braga de Albuquerque" userId="f796929f-64c5-4b39-8bca-db2c72b1440b" providerId="ADAL" clId="{B17D501C-E87D-4BE5-8CF8-ABE32BA8670E}" dt="2026-09-17T01:20:05.809" v="3271" actId="478"/>
          <ac:spMkLst>
            <pc:docMk/>
            <pc:sldMk cId="1446451493" sldId="272"/>
            <ac:spMk id="17" creationId="{CD141DF1-83D3-7F99-9494-2F40A12DA846}"/>
          </ac:spMkLst>
        </pc:spChg>
        <pc:spChg chg="del">
          <ac:chgData name="Anna Luiza Braga de Albuquerque" userId="f796929f-64c5-4b39-8bca-db2c72b1440b" providerId="ADAL" clId="{B17D501C-E87D-4BE5-8CF8-ABE32BA8670E}" dt="2026-09-17T01:20:10.349" v="3273" actId="478"/>
          <ac:spMkLst>
            <pc:docMk/>
            <pc:sldMk cId="1446451493" sldId="272"/>
            <ac:spMk id="18" creationId="{1072C7FA-7F5C-5357-475B-68F88AC8859F}"/>
          </ac:spMkLst>
        </pc:spChg>
        <pc:picChg chg="add del">
          <ac:chgData name="Anna Luiza Braga de Albuquerque" userId="f796929f-64c5-4b39-8bca-db2c72b1440b" providerId="ADAL" clId="{B17D501C-E87D-4BE5-8CF8-ABE32BA8670E}" dt="2026-09-16T23:33:47.036" v="823" actId="22"/>
          <ac:picMkLst>
            <pc:docMk/>
            <pc:sldMk cId="1446451493" sldId="272"/>
            <ac:picMk id="4" creationId="{2EF19368-5CB5-F5E1-BD73-FE477FF6C8F8}"/>
          </ac:picMkLst>
        </pc:picChg>
        <pc:picChg chg="add mod ord">
          <ac:chgData name="Anna Luiza Braga de Albuquerque" userId="f796929f-64c5-4b39-8bca-db2c72b1440b" providerId="ADAL" clId="{B17D501C-E87D-4BE5-8CF8-ABE32BA8670E}" dt="2026-09-16T23:34:47.586" v="850" actId="167"/>
          <ac:picMkLst>
            <pc:docMk/>
            <pc:sldMk cId="1446451493" sldId="272"/>
            <ac:picMk id="6" creationId="{7E4AE03C-C052-3797-1C8A-BE519AFF04BE}"/>
          </ac:picMkLst>
        </pc:picChg>
        <pc:picChg chg="del">
          <ac:chgData name="Anna Luiza Braga de Albuquerque" userId="f796929f-64c5-4b39-8bca-db2c72b1440b" providerId="ADAL" clId="{B17D501C-E87D-4BE5-8CF8-ABE32BA8670E}" dt="2026-09-16T23:36:26.898" v="887" actId="478"/>
          <ac:picMkLst>
            <pc:docMk/>
            <pc:sldMk cId="1446451493" sldId="272"/>
            <ac:picMk id="7" creationId="{5DA0CB1A-BDED-7104-86C4-30779E286868}"/>
          </ac:picMkLst>
        </pc:picChg>
        <pc:picChg chg="add">
          <ac:chgData name="Anna Luiza Braga de Albuquerque" userId="f796929f-64c5-4b39-8bca-db2c72b1440b" providerId="ADAL" clId="{B17D501C-E87D-4BE5-8CF8-ABE32BA8670E}" dt="2026-09-16T23:36:34.492" v="888" actId="22"/>
          <ac:picMkLst>
            <pc:docMk/>
            <pc:sldMk cId="1446451493" sldId="272"/>
            <ac:picMk id="14" creationId="{D5C75BEC-FB1C-A599-BB67-2A0FBC0EE162}"/>
          </ac:picMkLst>
        </pc:picChg>
        <pc:cxnChg chg="add mod">
          <ac:chgData name="Anna Luiza Braga de Albuquerque" userId="f796929f-64c5-4b39-8bca-db2c72b1440b" providerId="ADAL" clId="{B17D501C-E87D-4BE5-8CF8-ABE32BA8670E}" dt="2026-09-16T23:36:43.899" v="889"/>
          <ac:cxnSpMkLst>
            <pc:docMk/>
            <pc:sldMk cId="1446451493" sldId="272"/>
            <ac:cxnSpMk id="15" creationId="{EC2643D1-3F33-9CB3-D612-0A5FC871772C}"/>
          </ac:cxnSpMkLst>
        </pc:cxnChg>
      </pc:sldChg>
      <pc:sldChg chg="addSp delSp modSp mod ord">
        <pc:chgData name="Anna Luiza Braga de Albuquerque" userId="f796929f-64c5-4b39-8bca-db2c72b1440b" providerId="ADAL" clId="{B17D501C-E87D-4BE5-8CF8-ABE32BA8670E}" dt="2026-09-17T02:01:45.812" v="4537" actId="22"/>
        <pc:sldMkLst>
          <pc:docMk/>
          <pc:sldMk cId="517229178" sldId="273"/>
        </pc:sldMkLst>
        <pc:spChg chg="del">
          <ac:chgData name="Anna Luiza Braga de Albuquerque" userId="f796929f-64c5-4b39-8bca-db2c72b1440b" providerId="ADAL" clId="{B17D501C-E87D-4BE5-8CF8-ABE32BA8670E}" dt="2026-09-17T01:08:26.987" v="2980" actId="478"/>
          <ac:spMkLst>
            <pc:docMk/>
            <pc:sldMk cId="517229178" sldId="273"/>
            <ac:spMk id="2" creationId="{AD1952F2-F06A-CAEE-2529-66182E04E086}"/>
          </ac:spMkLst>
        </pc:spChg>
        <pc:spChg chg="add del">
          <ac:chgData name="Anna Luiza Braga de Albuquerque" userId="f796929f-64c5-4b39-8bca-db2c72b1440b" providerId="ADAL" clId="{B17D501C-E87D-4BE5-8CF8-ABE32BA8670E}" dt="2026-09-17T00:43:26.188" v="2284" actId="478"/>
          <ac:spMkLst>
            <pc:docMk/>
            <pc:sldMk cId="517229178" sldId="273"/>
            <ac:spMk id="4" creationId="{AF827727-9ED4-65C8-120F-92526F4E01A9}"/>
          </ac:spMkLst>
        </pc:spChg>
        <pc:spChg chg="del">
          <ac:chgData name="Anna Luiza Braga de Albuquerque" userId="f796929f-64c5-4b39-8bca-db2c72b1440b" providerId="ADAL" clId="{B17D501C-E87D-4BE5-8CF8-ABE32BA8670E}" dt="2026-09-17T00:43:24.591" v="2283" actId="478"/>
          <ac:spMkLst>
            <pc:docMk/>
            <pc:sldMk cId="517229178" sldId="273"/>
            <ac:spMk id="5" creationId="{88301DC8-AA43-E4F7-5BB1-5C07C59A1496}"/>
          </ac:spMkLst>
        </pc:spChg>
        <pc:spChg chg="del">
          <ac:chgData name="Anna Luiza Braga de Albuquerque" userId="f796929f-64c5-4b39-8bca-db2c72b1440b" providerId="ADAL" clId="{B17D501C-E87D-4BE5-8CF8-ABE32BA8670E}" dt="2026-09-17T00:43:27.356" v="2285" actId="478"/>
          <ac:spMkLst>
            <pc:docMk/>
            <pc:sldMk cId="517229178" sldId="273"/>
            <ac:spMk id="6" creationId="{33650E8D-DDCC-1C8B-1255-17A349BA46EB}"/>
          </ac:spMkLst>
        </pc:spChg>
        <pc:spChg chg="add del mod">
          <ac:chgData name="Anna Luiza Braga de Albuquerque" userId="f796929f-64c5-4b39-8bca-db2c72b1440b" providerId="ADAL" clId="{B17D501C-E87D-4BE5-8CF8-ABE32BA8670E}" dt="2026-09-17T01:16:11.149" v="3226" actId="478"/>
          <ac:spMkLst>
            <pc:docMk/>
            <pc:sldMk cId="517229178" sldId="273"/>
            <ac:spMk id="8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1:10:01.366" v="3066" actId="404"/>
          <ac:spMkLst>
            <pc:docMk/>
            <pc:sldMk cId="517229178" sldId="273"/>
            <ac:spMk id="9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0:39:40.569" v="2227" actId="478"/>
          <ac:spMkLst>
            <pc:docMk/>
            <pc:sldMk cId="517229178" sldId="273"/>
            <ac:spMk id="10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0:39:10.249" v="2224" actId="478"/>
          <ac:spMkLst>
            <pc:docMk/>
            <pc:sldMk cId="517229178" sldId="273"/>
            <ac:spMk id="11" creationId="{00000000-0000-0000-0000-000000000000}"/>
          </ac:spMkLst>
        </pc:spChg>
        <pc:spChg chg="add del mod">
          <ac:chgData name="Anna Luiza Braga de Albuquerque" userId="f796929f-64c5-4b39-8bca-db2c72b1440b" providerId="ADAL" clId="{B17D501C-E87D-4BE5-8CF8-ABE32BA8670E}" dt="2026-09-17T01:16:14.123" v="3228" actId="478"/>
          <ac:spMkLst>
            <pc:docMk/>
            <pc:sldMk cId="517229178" sldId="273"/>
            <ac:spMk id="14" creationId="{44326365-6F82-5B3A-CBFD-F3EA672D0773}"/>
          </ac:spMkLst>
        </pc:spChg>
        <pc:spChg chg="add del">
          <ac:chgData name="Anna Luiza Braga de Albuquerque" userId="f796929f-64c5-4b39-8bca-db2c72b1440b" providerId="ADAL" clId="{B17D501C-E87D-4BE5-8CF8-ABE32BA8670E}" dt="2026-09-17T02:01:44.990" v="4536" actId="478"/>
          <ac:spMkLst>
            <pc:docMk/>
            <pc:sldMk cId="517229178" sldId="273"/>
            <ac:spMk id="16" creationId="{7AD3B45D-0257-A842-6460-A473843E9256}"/>
          </ac:spMkLst>
        </pc:spChg>
        <pc:spChg chg="add mod">
          <ac:chgData name="Anna Luiza Braga de Albuquerque" userId="f796929f-64c5-4b39-8bca-db2c72b1440b" providerId="ADAL" clId="{B17D501C-E87D-4BE5-8CF8-ABE32BA8670E}" dt="2026-09-17T00:43:38.336" v="2287"/>
          <ac:spMkLst>
            <pc:docMk/>
            <pc:sldMk cId="517229178" sldId="273"/>
            <ac:spMk id="17" creationId="{F026DE12-0A5B-065B-3579-7B863C0A8E20}"/>
          </ac:spMkLst>
        </pc:spChg>
        <pc:spChg chg="add del">
          <ac:chgData name="Anna Luiza Braga de Albuquerque" userId="f796929f-64c5-4b39-8bca-db2c72b1440b" providerId="ADAL" clId="{B17D501C-E87D-4BE5-8CF8-ABE32BA8670E}" dt="2026-09-17T00:45:08.189" v="2293" actId="22"/>
          <ac:spMkLst>
            <pc:docMk/>
            <pc:sldMk cId="517229178" sldId="273"/>
            <ac:spMk id="19" creationId="{3CEF9D84-DD89-93E6-32AB-F8CBFA432F96}"/>
          </ac:spMkLst>
        </pc:spChg>
        <pc:spChg chg="add del mod ord">
          <ac:chgData name="Anna Luiza Braga de Albuquerque" userId="f796929f-64c5-4b39-8bca-db2c72b1440b" providerId="ADAL" clId="{B17D501C-E87D-4BE5-8CF8-ABE32BA8670E}" dt="2026-09-17T01:16:15.985" v="3229" actId="478"/>
          <ac:spMkLst>
            <pc:docMk/>
            <pc:sldMk cId="517229178" sldId="273"/>
            <ac:spMk id="21" creationId="{D71CB589-0EEE-CD43-C85A-1D623F14AB02}"/>
          </ac:spMkLst>
        </pc:spChg>
        <pc:spChg chg="add del mod">
          <ac:chgData name="Anna Luiza Braga de Albuquerque" userId="f796929f-64c5-4b39-8bca-db2c72b1440b" providerId="ADAL" clId="{B17D501C-E87D-4BE5-8CF8-ABE32BA8670E}" dt="2026-09-17T01:08:33.020" v="2983" actId="478"/>
          <ac:spMkLst>
            <pc:docMk/>
            <pc:sldMk cId="517229178" sldId="273"/>
            <ac:spMk id="23" creationId="{2E14A2F7-D02B-E203-8127-053E5B5380CD}"/>
          </ac:spMkLst>
        </pc:spChg>
        <pc:spChg chg="add mod">
          <ac:chgData name="Anna Luiza Braga de Albuquerque" userId="f796929f-64c5-4b39-8bca-db2c72b1440b" providerId="ADAL" clId="{B17D501C-E87D-4BE5-8CF8-ABE32BA8670E}" dt="2026-09-17T01:09:48.140" v="3065" actId="20577"/>
          <ac:spMkLst>
            <pc:docMk/>
            <pc:sldMk cId="517229178" sldId="273"/>
            <ac:spMk id="25" creationId="{91291250-3316-288C-D641-385DB0C576EC}"/>
          </ac:spMkLst>
        </pc:spChg>
        <pc:spChg chg="add">
          <ac:chgData name="Anna Luiza Braga de Albuquerque" userId="f796929f-64c5-4b39-8bca-db2c72b1440b" providerId="ADAL" clId="{B17D501C-E87D-4BE5-8CF8-ABE32BA8670E}" dt="2026-09-17T02:01:45.812" v="4537" actId="22"/>
          <ac:spMkLst>
            <pc:docMk/>
            <pc:sldMk cId="517229178" sldId="273"/>
            <ac:spMk id="32" creationId="{06E2A1E8-E9DB-8D4D-A4CC-07089291773B}"/>
          </ac:spMkLst>
        </pc:spChg>
        <pc:picChg chg="add">
          <ac:chgData name="Anna Luiza Braga de Albuquerque" userId="f796929f-64c5-4b39-8bca-db2c72b1440b" providerId="ADAL" clId="{B17D501C-E87D-4BE5-8CF8-ABE32BA8670E}" dt="2026-09-17T01:08:40.746" v="2985" actId="22"/>
          <ac:picMkLst>
            <pc:docMk/>
            <pc:sldMk cId="517229178" sldId="273"/>
            <ac:picMk id="27" creationId="{613B73FD-1DAB-94C5-0B70-2F06E21D4B85}"/>
          </ac:picMkLst>
        </pc:picChg>
        <pc:cxnChg chg="add mod">
          <ac:chgData name="Anna Luiza Braga de Albuquerque" userId="f796929f-64c5-4b39-8bca-db2c72b1440b" providerId="ADAL" clId="{B17D501C-E87D-4BE5-8CF8-ABE32BA8670E}" dt="2026-09-17T01:16:42.020" v="3234" actId="1076"/>
          <ac:cxnSpMkLst>
            <pc:docMk/>
            <pc:sldMk cId="517229178" sldId="273"/>
            <ac:cxnSpMk id="28" creationId="{45BCDD80-7149-E9E3-5D61-3F51251054CA}"/>
          </ac:cxnSpMkLst>
        </pc:cxnChg>
      </pc:sldChg>
      <pc:sldChg chg="addSp delSp modSp del mod">
        <pc:chgData name="Anna Luiza Braga de Albuquerque" userId="f796929f-64c5-4b39-8bca-db2c72b1440b" providerId="ADAL" clId="{B17D501C-E87D-4BE5-8CF8-ABE32BA8670E}" dt="2026-09-17T02:05:58.618" v="4593" actId="2696"/>
        <pc:sldMkLst>
          <pc:docMk/>
          <pc:sldMk cId="517229178" sldId="274"/>
        </pc:sldMkLst>
        <pc:spChg chg="del">
          <ac:chgData name="Anna Luiza Braga de Albuquerque" userId="f796929f-64c5-4b39-8bca-db2c72b1440b" providerId="ADAL" clId="{B17D501C-E87D-4BE5-8CF8-ABE32BA8670E}" dt="2026-09-17T01:19:48.890" v="3270" actId="478"/>
          <ac:spMkLst>
            <pc:docMk/>
            <pc:sldMk cId="517229178" sldId="274"/>
            <ac:spMk id="3" creationId="{A5FC62AE-0977-6A95-B0DA-E3586F87528B}"/>
          </ac:spMkLst>
        </pc:spChg>
        <pc:spChg chg="del">
          <ac:chgData name="Anna Luiza Braga de Albuquerque" userId="f796929f-64c5-4b39-8bca-db2c72b1440b" providerId="ADAL" clId="{B17D501C-E87D-4BE5-8CF8-ABE32BA8670E}" dt="2026-09-17T01:19:46.962" v="3269" actId="478"/>
          <ac:spMkLst>
            <pc:docMk/>
            <pc:sldMk cId="517229178" sldId="274"/>
            <ac:spMk id="4" creationId="{E9D0193F-9199-F897-F4A1-6FBFA84153A6}"/>
          </ac:spMkLst>
        </pc:spChg>
        <pc:spChg chg="add del mod">
          <ac:chgData name="Anna Luiza Braga de Albuquerque" userId="f796929f-64c5-4b39-8bca-db2c72b1440b" providerId="ADAL" clId="{B17D501C-E87D-4BE5-8CF8-ABE32BA8670E}" dt="2026-09-17T02:05:12.079" v="4588" actId="1076"/>
          <ac:spMkLst>
            <pc:docMk/>
            <pc:sldMk cId="517229178" sldId="274"/>
            <ac:spMk id="8" creationId="{00000000-0000-0000-0000-000000000000}"/>
          </ac:spMkLst>
        </pc:spChg>
        <pc:spChg chg="del mod">
          <ac:chgData name="Anna Luiza Braga de Albuquerque" userId="f796929f-64c5-4b39-8bca-db2c72b1440b" providerId="ADAL" clId="{B17D501C-E87D-4BE5-8CF8-ABE32BA8670E}" dt="2026-09-17T02:05:09.644" v="4587" actId="478"/>
          <ac:spMkLst>
            <pc:docMk/>
            <pc:sldMk cId="517229178" sldId="274"/>
            <ac:spMk id="9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2:04:44.167" v="4582" actId="1076"/>
          <ac:spMkLst>
            <pc:docMk/>
            <pc:sldMk cId="517229178" sldId="274"/>
            <ac:spMk id="10" creationId="{00000000-0000-0000-0000-000000000000}"/>
          </ac:spMkLst>
        </pc:spChg>
        <pc:spChg chg="mod">
          <ac:chgData name="Anna Luiza Braga de Albuquerque" userId="f796929f-64c5-4b39-8bca-db2c72b1440b" providerId="ADAL" clId="{B17D501C-E87D-4BE5-8CF8-ABE32BA8670E}" dt="2026-09-17T02:04:42.764" v="4581" actId="1076"/>
          <ac:spMkLst>
            <pc:docMk/>
            <pc:sldMk cId="517229178" sldId="274"/>
            <ac:spMk id="11" creationId="{00000000-0000-0000-0000-000000000000}"/>
          </ac:spMkLst>
        </pc:spChg>
        <pc:spChg chg="add">
          <ac:chgData name="Anna Luiza Braga de Albuquerque" userId="f796929f-64c5-4b39-8bca-db2c72b1440b" providerId="ADAL" clId="{B17D501C-E87D-4BE5-8CF8-ABE32BA8670E}" dt="2026-09-17T02:02:14.963" v="4550" actId="22"/>
          <ac:spMkLst>
            <pc:docMk/>
            <pc:sldMk cId="517229178" sldId="274"/>
            <ac:spMk id="12" creationId="{C2E7D0FD-6EA5-8D42-D62F-7F922DDBCC3F}"/>
          </ac:spMkLst>
        </pc:spChg>
        <pc:spChg chg="add">
          <ac:chgData name="Anna Luiza Braga de Albuquerque" userId="f796929f-64c5-4b39-8bca-db2c72b1440b" providerId="ADAL" clId="{B17D501C-E87D-4BE5-8CF8-ABE32BA8670E}" dt="2026-09-17T02:02:22.968" v="4551" actId="22"/>
          <ac:spMkLst>
            <pc:docMk/>
            <pc:sldMk cId="517229178" sldId="274"/>
            <ac:spMk id="14" creationId="{EAC0049B-9A6C-14D0-7045-90DD672FFA25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16" creationId="{F6CE86D7-7D12-4A9F-FD89-61F780422BB7}"/>
          </ac:spMkLst>
        </pc:spChg>
        <pc:spChg chg="add mod">
          <ac:chgData name="Anna Luiza Braga de Albuquerque" userId="f796929f-64c5-4b39-8bca-db2c72b1440b" providerId="ADAL" clId="{B17D501C-E87D-4BE5-8CF8-ABE32BA8670E}" dt="2026-09-17T02:05:35.009" v="4592"/>
          <ac:spMkLst>
            <pc:docMk/>
            <pc:sldMk cId="517229178" sldId="274"/>
            <ac:spMk id="18" creationId="{7489195C-7C81-0616-0D9B-9B259EFD2C3B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20" creationId="{9071E205-A136-21AE-FFE6-E5F7EB9739BA}"/>
          </ac:spMkLst>
        </pc:spChg>
        <pc:spChg chg="mod">
          <ac:chgData name="Anna Luiza Braga de Albuquerque" userId="f796929f-64c5-4b39-8bca-db2c72b1440b" providerId="ADAL" clId="{B17D501C-E87D-4BE5-8CF8-ABE32BA8670E}" dt="2026-09-17T02:04:52.637" v="4585" actId="1076"/>
          <ac:spMkLst>
            <pc:docMk/>
            <pc:sldMk cId="517229178" sldId="274"/>
            <ac:spMk id="22" creationId="{1B2AE9B0-DF87-52C0-1FA7-CAAB81812FF0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24" creationId="{FE13311F-49C2-D65D-FF03-BC75D5525F97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26" creationId="{9BF1DB6A-909B-1867-EA58-CB8AAE72E372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28" creationId="{F51A4F24-0542-6CC9-BE0E-EEB7FCA84A8F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30" creationId="{A5A1EC80-63B6-7808-1F03-60829170AFEE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32" creationId="{9AEA2170-85E1-91E2-F168-7AF209B79C77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34" creationId="{E4B256F2-0E23-B16B-C9F8-D233149F1150}"/>
          </ac:spMkLst>
        </pc:spChg>
        <pc:spChg chg="add">
          <ac:chgData name="Anna Luiza Braga de Albuquerque" userId="f796929f-64c5-4b39-8bca-db2c72b1440b" providerId="ADAL" clId="{B17D501C-E87D-4BE5-8CF8-ABE32BA8670E}" dt="2026-09-17T02:04:38.140" v="4580" actId="22"/>
          <ac:spMkLst>
            <pc:docMk/>
            <pc:sldMk cId="517229178" sldId="274"/>
            <ac:spMk id="36" creationId="{A2EC8621-235E-8498-2759-E37762E695E5}"/>
          </ac:spMkLst>
        </pc:spChg>
      </pc:sldChg>
      <pc:sldChg chg="add del">
        <pc:chgData name="Anna Luiza Braga de Albuquerque" userId="f796929f-64c5-4b39-8bca-db2c72b1440b" providerId="ADAL" clId="{B17D501C-E87D-4BE5-8CF8-ABE32BA8670E}" dt="2026-09-16T23:33:02.945" v="813"/>
        <pc:sldMkLst>
          <pc:docMk/>
          <pc:sldMk cId="2038808304" sldId="275"/>
        </pc:sldMkLst>
      </pc:sldChg>
      <pc:sldChg chg="addSp delSp modSp add mod">
        <pc:chgData name="Anna Luiza Braga de Albuquerque" userId="f796929f-64c5-4b39-8bca-db2c72b1440b" providerId="ADAL" clId="{B17D501C-E87D-4BE5-8CF8-ABE32BA8670E}" dt="2026-09-17T02:01:58.408" v="4543" actId="22"/>
        <pc:sldMkLst>
          <pc:docMk/>
          <pc:sldMk cId="3801435606" sldId="275"/>
        </pc:sldMkLst>
        <pc:spChg chg="add">
          <ac:chgData name="Anna Luiza Braga de Albuquerque" userId="f796929f-64c5-4b39-8bca-db2c72b1440b" providerId="ADAL" clId="{B17D501C-E87D-4BE5-8CF8-ABE32BA8670E}" dt="2026-09-17T02:01:58.408" v="4543" actId="22"/>
          <ac:spMkLst>
            <pc:docMk/>
            <pc:sldMk cId="3801435606" sldId="275"/>
            <ac:spMk id="11" creationId="{2DFBF412-CCED-F0BE-42DB-1EDF70450528}"/>
          </ac:spMkLst>
        </pc:spChg>
        <pc:spChg chg="del mod">
          <ac:chgData name="Anna Luiza Braga de Albuquerque" userId="f796929f-64c5-4b39-8bca-db2c72b1440b" providerId="ADAL" clId="{B17D501C-E87D-4BE5-8CF8-ABE32BA8670E}" dt="2026-09-17T01:43:48.172" v="3565" actId="478"/>
          <ac:spMkLst>
            <pc:docMk/>
            <pc:sldMk cId="3801435606" sldId="275"/>
            <ac:spMk id="17" creationId="{C6954E91-1E83-FF5C-03F5-09F5C62A6B23}"/>
          </ac:spMkLst>
        </pc:spChg>
        <pc:spChg chg="mod">
          <ac:chgData name="Anna Luiza Braga de Albuquerque" userId="f796929f-64c5-4b39-8bca-db2c72b1440b" providerId="ADAL" clId="{B17D501C-E87D-4BE5-8CF8-ABE32BA8670E}" dt="2026-09-17T01:43:41.034" v="3562" actId="20577"/>
          <ac:spMkLst>
            <pc:docMk/>
            <pc:sldMk cId="3801435606" sldId="275"/>
            <ac:spMk id="18" creationId="{44E9D9A6-E43D-8F8E-78A8-7EE096E48410}"/>
          </ac:spMkLst>
        </pc:spChg>
        <pc:spChg chg="del mod">
          <ac:chgData name="Anna Luiza Braga de Albuquerque" userId="f796929f-64c5-4b39-8bca-db2c72b1440b" providerId="ADAL" clId="{B17D501C-E87D-4BE5-8CF8-ABE32BA8670E}" dt="2026-09-17T02:01:57.730" v="4542" actId="478"/>
          <ac:spMkLst>
            <pc:docMk/>
            <pc:sldMk cId="3801435606" sldId="275"/>
            <ac:spMk id="20" creationId="{C47D8CFC-3E30-239C-0067-4D23C9492FF1}"/>
          </ac:spMkLst>
        </pc:spChg>
        <pc:graphicFrameChg chg="add">
          <ac:chgData name="Anna Luiza Braga de Albuquerque" userId="f796929f-64c5-4b39-8bca-db2c72b1440b" providerId="ADAL" clId="{B17D501C-E87D-4BE5-8CF8-ABE32BA8670E}" dt="2026-09-17T01:43:59.566" v="3567" actId="22"/>
          <ac:graphicFrameMkLst>
            <pc:docMk/>
            <pc:sldMk cId="3801435606" sldId="275"/>
            <ac:graphicFrameMk id="3" creationId="{A0FBFB83-16D2-9948-64AF-F38841FC93A3}"/>
          </ac:graphicFrameMkLst>
        </pc:graphicFrameChg>
        <pc:graphicFrameChg chg="add">
          <ac:chgData name="Anna Luiza Braga de Albuquerque" userId="f796929f-64c5-4b39-8bca-db2c72b1440b" providerId="ADAL" clId="{B17D501C-E87D-4BE5-8CF8-ABE32BA8670E}" dt="2026-09-17T01:43:59.566" v="3567" actId="22"/>
          <ac:graphicFrameMkLst>
            <pc:docMk/>
            <pc:sldMk cId="3801435606" sldId="275"/>
            <ac:graphicFrameMk id="5" creationId="{13F01CB0-53A1-ACB7-BA56-AF70C1344659}"/>
          </ac:graphicFrameMkLst>
        </pc:graphicFrameChg>
        <pc:picChg chg="del">
          <ac:chgData name="Anna Luiza Braga de Albuquerque" userId="f796929f-64c5-4b39-8bca-db2c72b1440b" providerId="ADAL" clId="{B17D501C-E87D-4BE5-8CF8-ABE32BA8670E}" dt="2026-09-17T01:43:47.053" v="3563" actId="478"/>
          <ac:picMkLst>
            <pc:docMk/>
            <pc:sldMk cId="3801435606" sldId="275"/>
            <ac:picMk id="6" creationId="{31BDE4F4-F79F-6030-49E3-A349511F30BE}"/>
          </ac:picMkLst>
        </pc:picChg>
        <pc:picChg chg="add mod">
          <ac:chgData name="Anna Luiza Braga de Albuquerque" userId="f796929f-64c5-4b39-8bca-db2c72b1440b" providerId="ADAL" clId="{B17D501C-E87D-4BE5-8CF8-ABE32BA8670E}" dt="2026-09-17T01:44:13.559" v="3569" actId="1076"/>
          <ac:picMkLst>
            <pc:docMk/>
            <pc:sldMk cId="3801435606" sldId="275"/>
            <ac:picMk id="8" creationId="{9E981D5C-047B-5A4C-4345-F1AE658B5232}"/>
          </ac:picMkLst>
        </pc:picChg>
        <pc:picChg chg="del">
          <ac:chgData name="Anna Luiza Braga de Albuquerque" userId="f796929f-64c5-4b39-8bca-db2c72b1440b" providerId="ADAL" clId="{B17D501C-E87D-4BE5-8CF8-ABE32BA8670E}" dt="2026-09-17T01:43:48.711" v="3566" actId="478"/>
          <ac:picMkLst>
            <pc:docMk/>
            <pc:sldMk cId="3801435606" sldId="275"/>
            <ac:picMk id="13" creationId="{644216DC-2C02-9DB6-F096-E9901F0A12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4B3AF-3E8C-432C-9B52-7AB4A6870B2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9DDC0-606D-4293-8B47-B7550357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54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DDC0-606D-4293-8B47-B755035708B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69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C045-90A9-D3C2-F956-020066E1A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DAB364-4756-1FCF-C4A8-66A4C7DE1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E3B37E-02D0-F9E1-E288-362001E5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5536-A8DA-496D-9AD3-1BF5EC562373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67783-3E6D-B918-F808-41F0B5A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7C87F-B605-2D10-BD4A-7EF83637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E8CB2-F8F1-68C7-A0F1-9B6AA76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604FCB-1557-DA41-69BE-0CC8D1A6C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B9B8C-7EDD-32C0-697D-63BBEC47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BD93-C863-4E2C-9634-722115F17D99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2FDEF-C757-396D-0E23-5C448190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30A501-BB4C-24E5-4E7B-B2862718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94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1AB62-BC50-7017-E45C-F531A96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8E1A6C-EE07-AC5C-8974-570DB33C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9EF64-0FF9-CB96-910C-77F6D2A8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02079-D604-4F06-AEC1-C0A4B0C6F2E0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C4AA2E-B698-3953-2BA6-688404CF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DE72CE-4EFA-EC50-6809-5D7B8D30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61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717C3-19FC-A954-DC60-B7CB5892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C09CA-959C-C599-3392-26E916FD0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389512-483E-607B-EB61-3FEF65DAC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77529-9A6B-992F-21AC-1880EEEA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07FF-A457-4778-B094-B87C1ACEC809}" type="datetime1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E0B4CD-2DED-3179-793E-02C9F36C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D5C862-1744-6F7E-5441-719CAB89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94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75BAD-AA3C-C6B1-BC14-7D846CC2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C56D85-3AE0-3189-3E2E-DA354AC2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62076A-6664-1D8B-723A-ADF53103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F51DAA-8FA6-0B8F-C88F-FDDD47A2E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4F620C-01AD-C06B-D262-6AC795317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327E63-A54F-4537-BD95-7B91AAC6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7DF-A34E-4953-A09A-51B107FFC95B}" type="datetime1">
              <a:rPr lang="pt-BR" smtClean="0"/>
              <a:t>17/09/2026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C371CA-79EA-3430-F606-8B5CE496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354A73-76D8-D900-5018-9C2320D8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BFC4-2E89-E490-F4D2-E4373961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88AA5E-36DA-2BCE-8CE8-D2FB3D0E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ECB0-CA48-4478-8F7B-6345C9B23736}" type="datetime1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4A32AA-AB31-7B56-B133-22524F33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826572-DCAD-EDF3-1EA1-E0D1C8A2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49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9758BF-DBBF-A171-7F4A-61D14668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704A-667C-4B30-B219-DB033E525D84}" type="datetime1">
              <a:rPr lang="pt-BR" smtClean="0"/>
              <a:t>17/09/2026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680ADB-60D8-72EA-A779-D0EB19E1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C0B0F2-998E-C496-930A-663ABC13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0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96C1-DC06-C49C-C53E-D137695B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675901-EB46-1AFF-E7E0-963DBF8D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EA9102-3DBF-59EC-97A6-DEBC9841F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59A77C-43EC-4DA5-55CE-280D2DCA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D0EC-DCEF-4DF3-93B6-71D0ACED11B3}" type="datetime1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53051-4A38-A164-4F50-76C39302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88FA6C-C3F7-EDBD-BDA6-E257BBD2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5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8E420-AEBE-D865-A54E-769FC1CB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14E9C2-3452-3BBB-6960-39CF9217A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7F4436-F405-248F-EF61-23420DE80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AF987-7A5C-1BE4-3461-702ACF6B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C2C2-C10D-4F08-9D4C-FC084657DA73}" type="datetime1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388280-85CB-AE73-B08B-3C2E9A1B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2E8A22-B3C5-2F84-9383-50A0158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7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857E2-3915-D232-6B32-D7854774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CC4D75-8A90-1F40-1E07-6C1A98127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B259DA-937F-F1C1-59A0-37EEE5C5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A895-4A83-47B2-A689-520B7D94A425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770CC-E738-593C-16AF-43E00267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349252-F0A6-53F4-2EF9-8C29FCDF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0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91B7CD-9233-2313-300F-08ADC761F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A6AF5D-ABF4-4D1D-6E68-64431EFB7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3F368-5508-7A18-4302-15AC0CD0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3C9ED-CA0B-4210-B756-536CD20EDB2D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5D962-8C74-5647-8795-9CB80331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DCBCD-D44F-8667-743D-3EDAE57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79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7413DF-F1F0-CE5C-3899-63354BAF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1B031C-CA4B-A037-E7D1-F6D7C69E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96E7D5-C8C7-6F74-63EF-B94098E91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B248B-C2B4-47C8-B2D6-BCEFB98874FF}" type="datetime1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2170F-DD9D-630B-6361-A2AEC4064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3E96CC-30CF-EAA5-F3C6-ABEC03E0F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2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ashishjangra27/airbnb-datase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36546-257A-736D-CCEE-62288855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Imagem 9">
            <a:extLst>
              <a:ext uri="{FF2B5EF4-FFF2-40B4-BE49-F238E27FC236}">
                <a16:creationId xmlns:a16="http://schemas.microsoft.com/office/drawing/2014/main" id="{30372F1B-44FA-85AE-F785-9B628D0C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15"/>
                    </a14:imgEffect>
                    <a14:imgEffect>
                      <a14:saturation sat="151000"/>
                    </a14:imgEffect>
                    <a14:imgEffect>
                      <a14:brightnessContrast bright="-5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solidFill>
            <a:prstClr val="black">
              <a:lumMod val="75000"/>
              <a:lumOff val="25000"/>
            </a:prstClr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A4E49E-7485-D7D4-7119-F4D197D94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11" y="403228"/>
            <a:ext cx="1606491" cy="5349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A734319-0842-00B8-FBC2-CC6AE5254C91}"/>
              </a:ext>
            </a:extLst>
          </p:cNvPr>
          <p:cNvSpPr txBox="1"/>
          <p:nvPr/>
        </p:nvSpPr>
        <p:spPr>
          <a:xfrm>
            <a:off x="2933200" y="2828835"/>
            <a:ext cx="6325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306"/>
              </a:spcBef>
              <a:spcAft>
                <a:spcPts val="1742"/>
              </a:spcAft>
              <a:buNone/>
            </a:pPr>
            <a:r>
              <a:rPr lang="pt-BR" sz="3600" b="0" i="0" dirty="0" err="1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AirBnb</a:t>
            </a:r>
            <a:r>
              <a:rPr lang="pt-BR" sz="3600" b="0" i="0" dirty="0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 características do imóvel e valor da diária</a:t>
            </a:r>
            <a:endParaRPr lang="pt-BR" sz="4000" b="0" i="0" dirty="0">
              <a:solidFill>
                <a:srgbClr val="FDFFFF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2F74DF0-E0F3-11A4-707C-2913C8F577E6}"/>
              </a:ext>
            </a:extLst>
          </p:cNvPr>
          <p:cNvCxnSpPr>
            <a:cxnSpLocks/>
          </p:cNvCxnSpPr>
          <p:nvPr/>
        </p:nvCxnSpPr>
        <p:spPr>
          <a:xfrm>
            <a:off x="4660241" y="4183216"/>
            <a:ext cx="2871517" cy="0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AFDC32-1765-AF2F-1397-E38C5BBCD01D}"/>
              </a:ext>
            </a:extLst>
          </p:cNvPr>
          <p:cNvSpPr txBox="1"/>
          <p:nvPr/>
        </p:nvSpPr>
        <p:spPr>
          <a:xfrm>
            <a:off x="594360" y="5102352"/>
            <a:ext cx="402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600" b="1" dirty="0">
                <a:solidFill>
                  <a:srgbClr val="FD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Projeto 1 </a:t>
            </a:r>
            <a:r>
              <a:rPr lang="pt-BR" sz="1600" dirty="0">
                <a:solidFill>
                  <a:srgbClr val="FD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– Ciclo Básico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40B584-B5BC-CBD3-B1EA-9FE0F53CCD9B}"/>
              </a:ext>
            </a:extLst>
          </p:cNvPr>
          <p:cNvSpPr txBox="1"/>
          <p:nvPr/>
        </p:nvSpPr>
        <p:spPr>
          <a:xfrm>
            <a:off x="594360" y="5532120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D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Integrantes:</a:t>
            </a:r>
          </a:p>
          <a:p>
            <a:r>
              <a:rPr lang="pt-BR" sz="1600" dirty="0">
                <a:solidFill>
                  <a:srgbClr val="FD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</a:t>
            </a:r>
          </a:p>
          <a:p>
            <a:r>
              <a:rPr lang="pt-BR" sz="1600" dirty="0">
                <a:solidFill>
                  <a:srgbClr val="FD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Mateus Cortez Camacho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107635A-2E8E-9379-5CFD-1F1099D4B9E0}"/>
              </a:ext>
            </a:extLst>
          </p:cNvPr>
          <p:cNvCxnSpPr>
            <a:cxnSpLocks/>
          </p:cNvCxnSpPr>
          <p:nvPr/>
        </p:nvCxnSpPr>
        <p:spPr>
          <a:xfrm flipV="1">
            <a:off x="436880" y="5285978"/>
            <a:ext cx="0" cy="1003062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75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F6F5-7B81-80AE-75B6-6F06489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9E2-A080-807E-E774-FFB029F9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6"/>
            <a:ext cx="10363200" cy="599768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Sumário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424067-6B12-A90E-73D6-2A288B7D3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307610" y="187014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89" y="176956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 err="1">
                <a:latin typeface="Segoe UI"/>
              </a:rPr>
              <a:t>Contexto</a:t>
            </a:r>
            <a:endParaRPr sz="1800" b="1" i="0" dirty="0"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latin typeface="Segoe UI"/>
              </a:rPr>
              <a:t>Por </a:t>
            </a:r>
            <a:r>
              <a:rPr sz="1150" b="0" i="0" dirty="0" err="1">
                <a:latin typeface="Segoe UI"/>
              </a:rPr>
              <a:t>que</a:t>
            </a:r>
            <a:r>
              <a:rPr sz="1150" b="0" i="0" dirty="0">
                <a:latin typeface="Segoe UI"/>
              </a:rPr>
              <a:t> </a:t>
            </a:r>
            <a:r>
              <a:rPr sz="1150" b="0" i="0" dirty="0" err="1">
                <a:latin typeface="Segoe UI"/>
              </a:rPr>
              <a:t>precificar</a:t>
            </a:r>
            <a:r>
              <a:rPr sz="1150" b="0" i="0" dirty="0">
                <a:latin typeface="Segoe UI"/>
              </a:rPr>
              <a:t> é </a:t>
            </a:r>
            <a:r>
              <a:rPr sz="1150" b="0" i="0" dirty="0" err="1">
                <a:latin typeface="Segoe UI"/>
              </a:rPr>
              <a:t>difícil</a:t>
            </a:r>
            <a:endParaRPr sz="1150" b="0" i="0" dirty="0"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611130" y="187014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210" y="176956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latin typeface="Segoe UI"/>
              </a:rPr>
              <a:t>Tema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latin typeface="Segoe UI"/>
              </a:rPr>
              <a:t>A </a:t>
            </a:r>
            <a:r>
              <a:rPr sz="1150" b="0" i="0" dirty="0" err="1">
                <a:latin typeface="Segoe UI"/>
              </a:rPr>
              <a:t>pergunta-guia</a:t>
            </a:r>
            <a:endParaRPr sz="1150" b="0" i="0" dirty="0">
              <a:latin typeface="Segoe U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07610" y="315030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7689" y="304972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latin typeface="Segoe UI"/>
              </a:rPr>
              <a:t>Banco de Dados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latin typeface="Segoe UI"/>
              </a:rPr>
              <a:t>Origem</a:t>
            </a:r>
            <a:r>
              <a:rPr sz="1150" b="0" i="0" dirty="0">
                <a:latin typeface="Segoe UI"/>
              </a:rPr>
              <a:t>, </a:t>
            </a:r>
            <a:r>
              <a:rPr sz="1150" b="0" i="0" dirty="0" err="1">
                <a:latin typeface="Segoe UI"/>
              </a:rPr>
              <a:t>variáveis</a:t>
            </a:r>
            <a:r>
              <a:rPr sz="1150" b="0" i="0" dirty="0">
                <a:latin typeface="Segoe UI"/>
              </a:rPr>
              <a:t> e </a:t>
            </a:r>
            <a:r>
              <a:rPr sz="1150" b="0" i="0" dirty="0" err="1">
                <a:latin typeface="Segoe UI"/>
              </a:rPr>
              <a:t>limpeza</a:t>
            </a:r>
            <a:endParaRPr sz="1150" b="0" i="0" dirty="0"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611130" y="315030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210" y="304972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 err="1">
                <a:latin typeface="Segoe UI"/>
              </a:rPr>
              <a:t>Visão</a:t>
            </a:r>
            <a:r>
              <a:rPr sz="1800" b="1" i="0" dirty="0">
                <a:latin typeface="Segoe UI"/>
              </a:rPr>
              <a:t> Geral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latin typeface="Segoe UI"/>
              </a:rPr>
              <a:t>Preço</a:t>
            </a:r>
            <a:r>
              <a:rPr sz="1150" b="0" i="0" dirty="0">
                <a:latin typeface="Segoe UI"/>
              </a:rPr>
              <a:t> no </a:t>
            </a:r>
            <a:r>
              <a:rPr sz="1150" b="0" i="0" dirty="0" err="1">
                <a:latin typeface="Segoe UI"/>
              </a:rPr>
              <a:t>mundo</a:t>
            </a:r>
            <a:r>
              <a:rPr sz="1150" b="0" i="0" dirty="0">
                <a:latin typeface="Segoe UI"/>
              </a:rPr>
              <a:t> e </a:t>
            </a:r>
            <a:r>
              <a:rPr sz="1150" b="0" i="0" dirty="0" err="1">
                <a:latin typeface="Segoe UI"/>
              </a:rPr>
              <a:t>por</a:t>
            </a:r>
            <a:r>
              <a:rPr sz="1150" b="0" i="0" dirty="0">
                <a:latin typeface="Segoe UI"/>
              </a:rPr>
              <a:t> </a:t>
            </a:r>
            <a:r>
              <a:rPr sz="1150" b="0" i="0" dirty="0" err="1">
                <a:latin typeface="Segoe UI"/>
              </a:rPr>
              <a:t>continente</a:t>
            </a:r>
            <a:endParaRPr sz="1150" b="0" i="0" dirty="0">
              <a:latin typeface="Segoe U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307610" y="443046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89" y="432988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 err="1">
                <a:latin typeface="Segoe UI"/>
              </a:rPr>
              <a:t>Visão</a:t>
            </a:r>
            <a:r>
              <a:rPr sz="1800" b="1" i="0" dirty="0">
                <a:latin typeface="Segoe UI"/>
              </a:rPr>
              <a:t> </a:t>
            </a:r>
            <a:r>
              <a:rPr sz="1800" b="1" i="0" dirty="0" err="1">
                <a:latin typeface="Segoe UI"/>
              </a:rPr>
              <a:t>Específica</a:t>
            </a:r>
            <a:endParaRPr sz="1800" b="1" i="0" dirty="0"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latin typeface="Segoe UI"/>
              </a:rPr>
              <a:t>Características</a:t>
            </a:r>
            <a:r>
              <a:rPr sz="1150" b="0" i="0" dirty="0">
                <a:latin typeface="Segoe UI"/>
              </a:rPr>
              <a:t> do </a:t>
            </a:r>
            <a:r>
              <a:rPr sz="1150" b="0" i="0" dirty="0" err="1">
                <a:latin typeface="Segoe UI"/>
              </a:rPr>
              <a:t>imóvel</a:t>
            </a:r>
            <a:endParaRPr sz="1150" b="0" i="0" dirty="0"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11130" y="4430469"/>
            <a:ext cx="475488" cy="475488"/>
          </a:xfrm>
          <a:prstGeom prst="ellipse">
            <a:avLst/>
          </a:prstGeom>
          <a:solidFill>
            <a:srgbClr val="B0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210" y="4329885"/>
            <a:ext cx="3794760" cy="868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 err="1">
                <a:latin typeface="Segoe UI"/>
              </a:rPr>
              <a:t>Resultados</a:t>
            </a:r>
            <a:endParaRPr sz="1800" b="1" i="0" dirty="0"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latin typeface="Segoe UI"/>
              </a:rPr>
              <a:t>Correlações</a:t>
            </a:r>
            <a:r>
              <a:rPr sz="1150" b="0" i="0" dirty="0">
                <a:latin typeface="Segoe UI"/>
              </a:rPr>
              <a:t>, </a:t>
            </a:r>
            <a:r>
              <a:rPr sz="1150" b="0" i="0" dirty="0" err="1">
                <a:latin typeface="Segoe UI"/>
              </a:rPr>
              <a:t>conclusão</a:t>
            </a:r>
            <a:r>
              <a:rPr sz="1150" b="0" i="0" dirty="0">
                <a:latin typeface="Segoe UI"/>
              </a:rPr>
              <a:t> e </a:t>
            </a:r>
            <a:r>
              <a:rPr sz="1150" b="0" i="0" dirty="0" err="1">
                <a:latin typeface="Segoe UI"/>
              </a:rPr>
              <a:t>limitações</a:t>
            </a:r>
            <a:endParaRPr sz="1150" b="0" i="0" dirty="0">
              <a:latin typeface="Segoe UI"/>
            </a:endParaRPr>
          </a:p>
        </p:txBody>
      </p:sp>
      <p:sp>
        <p:nvSpPr>
          <p:cNvPr id="24" name="Espaço Reservado para Rodapé 5">
            <a:extLst>
              <a:ext uri="{FF2B5EF4-FFF2-40B4-BE49-F238E27FC236}">
                <a16:creationId xmlns:a16="http://schemas.microsoft.com/office/drawing/2014/main" id="{88A19B99-E7B4-32E8-9876-0F5352B7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9520" y="6237533"/>
            <a:ext cx="7680960" cy="461665"/>
          </a:xfrm>
        </p:spPr>
        <p:txBody>
          <a:bodyPr/>
          <a:lstStyle/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9" name="Espaço Reservado para Número de Slide 28">
            <a:extLst>
              <a:ext uri="{FF2B5EF4-FFF2-40B4-BE49-F238E27FC236}">
                <a16:creationId xmlns:a16="http://schemas.microsoft.com/office/drawing/2014/main" id="{09D587A6-949A-625B-4F8D-54786F6E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2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096B7E8-73A9-E101-947B-4BFDD277CB9B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67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9088B29-159A-C886-A14F-EABD0AD0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1" t="-434" r="19530" b="434"/>
          <a:stretch>
            <a:fillRect/>
          </a:stretch>
        </p:blipFill>
        <p:spPr>
          <a:xfrm>
            <a:off x="8336280" y="2292071"/>
            <a:ext cx="3017520" cy="29763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softEdge rad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3C5B61D-C958-78FC-E3A9-432544912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2124" y="1709965"/>
            <a:ext cx="6521704" cy="2587752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 dirty="0">
                <a:solidFill>
                  <a:srgbClr val="3A3A3A"/>
                </a:solidFill>
                <a:latin typeface="Segoe UI"/>
              </a:rPr>
              <a:t>O 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Airbnb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é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uma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plataforma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digital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que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conecta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anfitriões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—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pessoas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que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alugam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imóveis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ou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quartos — a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viajantes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em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busca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hospedagem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curta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duração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 dirty="0" err="1">
                <a:solidFill>
                  <a:srgbClr val="3A3A3A"/>
                </a:solidFill>
                <a:latin typeface="Segoe UI"/>
              </a:rPr>
              <a:t>Nasceu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em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2007, </a:t>
            </a:r>
            <a:r>
              <a:rPr sz="1600" b="1" i="0" dirty="0" err="1">
                <a:solidFill>
                  <a:srgbClr val="3A3A3A"/>
                </a:solidFill>
                <a:latin typeface="Segoe UI"/>
              </a:rPr>
              <a:t>em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 São Francisco (EUA)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quando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Brian Chesky e Joe Gebbia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alugaram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colchões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infláveis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na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própria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sala para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ajudar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a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pagar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o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aluguel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3A3A3A"/>
                </a:solidFill>
                <a:latin typeface="Segoe UI"/>
              </a:rPr>
              <a:t>Hoje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são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mais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de 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220 </a:t>
            </a:r>
            <a:r>
              <a:rPr sz="1600" b="1" i="0" dirty="0" err="1">
                <a:solidFill>
                  <a:srgbClr val="3A3A3A"/>
                </a:solidFill>
                <a:latin typeface="Segoe UI"/>
              </a:rPr>
              <a:t>países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e 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9 </a:t>
            </a:r>
            <a:r>
              <a:rPr sz="1600" b="1" i="0" dirty="0" err="1">
                <a:solidFill>
                  <a:srgbClr val="3A3A3A"/>
                </a:solidFill>
                <a:latin typeface="Segoe UI"/>
              </a:rPr>
              <a:t>milhões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 de </a:t>
            </a:r>
            <a:r>
              <a:rPr sz="1600" b="1" i="0" dirty="0" err="1">
                <a:solidFill>
                  <a:srgbClr val="3A3A3A"/>
                </a:solidFill>
                <a:latin typeface="Segoe UI"/>
              </a:rPr>
              <a:t>anúncios</a:t>
            </a:r>
            <a:r>
              <a:rPr sz="1600" b="1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3A3A3A"/>
                </a:solidFill>
                <a:latin typeface="Segoe UI"/>
              </a:rPr>
              <a:t>ativos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. Em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cada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um deles,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alguém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precisou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decidir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sozinho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quanto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cobrar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pela </a:t>
            </a:r>
            <a:r>
              <a:rPr sz="1600" b="0" i="0" dirty="0" err="1">
                <a:solidFill>
                  <a:srgbClr val="3A3A3A"/>
                </a:solidFill>
                <a:latin typeface="Segoe UI"/>
              </a:rPr>
              <a:t>diária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" y="4520094"/>
            <a:ext cx="6524752" cy="1091184"/>
          </a:xfrm>
          <a:prstGeom prst="roundRect">
            <a:avLst>
              <a:gd name="adj" fmla="val 7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 err="1">
                <a:solidFill>
                  <a:srgbClr val="B03A41"/>
                </a:solidFill>
                <a:latin typeface="Segoe UI"/>
              </a:rPr>
              <a:t>Não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existe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tabela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de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preços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no Airbnb.</a:t>
            </a:r>
          </a:p>
          <a:p>
            <a:pPr algn="l"/>
            <a:r>
              <a:rPr sz="1200" dirty="0">
                <a:solidFill>
                  <a:srgbClr val="3A3A3A"/>
                </a:solidFill>
                <a:latin typeface="Segoe UI"/>
              </a:rPr>
              <a:t>Cada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anfitrião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define o valor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d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o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seu imóvel – e é aí que começa nossa análise: 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das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características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anunciadas, quais realmente influenciam no preço?</a:t>
            </a:r>
            <a:endParaRPr sz="1200" dirty="0">
              <a:solidFill>
                <a:srgbClr val="3A3A3A"/>
              </a:solidFill>
              <a:latin typeface="Segoe UI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B2562F-46CD-975A-1353-C826BAFA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6"/>
            <a:ext cx="10363200" cy="599768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Contexto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35508D9-017B-6162-FEDC-DA6E9BEB1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16" name="Espaço Reservado para Número de Slide 15">
            <a:extLst>
              <a:ext uri="{FF2B5EF4-FFF2-40B4-BE49-F238E27FC236}">
                <a16:creationId xmlns:a16="http://schemas.microsoft.com/office/drawing/2014/main" id="{90C20323-C6E1-0CFD-72E0-875689EB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3</a:t>
            </a:fld>
            <a:endParaRPr lang="pt-BR" dirty="0"/>
          </a:p>
        </p:txBody>
      </p:sp>
      <p:sp>
        <p:nvSpPr>
          <p:cNvPr id="18" name="Espaço Reservado para Rodapé 5">
            <a:extLst>
              <a:ext uri="{FF2B5EF4-FFF2-40B4-BE49-F238E27FC236}">
                <a16:creationId xmlns:a16="http://schemas.microsoft.com/office/drawing/2014/main" id="{45BB6E80-97E5-C9E5-55A2-B5AD9F91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9520" y="6237533"/>
            <a:ext cx="7680960" cy="461665"/>
          </a:xfrm>
        </p:spPr>
        <p:txBody>
          <a:bodyPr/>
          <a:lstStyle/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24DE76-475A-729D-9B49-8232EC773CA7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3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F9A3-B3EC-184F-F63D-A7BE7A74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61288" y="4037185"/>
            <a:ext cx="10497312" cy="3657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2">
                    <a:lumMod val="25000"/>
                  </a:schemeClr>
                </a:solidFill>
                <a:latin typeface="Segoe UI"/>
              </a:rPr>
              <a:t>Para responder, </a:t>
            </a:r>
            <a:r>
              <a:rPr lang="pt-BR" sz="1600" b="0" dirty="0">
                <a:solidFill>
                  <a:schemeClr val="bg2">
                    <a:lumMod val="25000"/>
                  </a:schemeClr>
                </a:solidFill>
                <a:latin typeface="Segoe UI"/>
              </a:rPr>
              <a:t>dividimos a pergunta em três frentes:</a:t>
            </a:r>
            <a:endParaRPr sz="1600" b="0" dirty="0">
              <a:solidFill>
                <a:schemeClr val="bg2">
                  <a:lumMod val="25000"/>
                </a:schemeClr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1288" y="4402945"/>
            <a:ext cx="3310128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>
                <a:solidFill>
                  <a:srgbClr val="B03A41"/>
                </a:solidFill>
                <a:latin typeface="Segoe UI"/>
              </a:rPr>
              <a:t>1. Quais</a:t>
            </a:r>
            <a:r>
              <a:rPr lang="pt-BR" sz="1450" b="1" dirty="0">
                <a:solidFill>
                  <a:srgbClr val="B03A41"/>
                </a:solidFill>
                <a:latin typeface="Segoe UI"/>
              </a:rPr>
              <a:t> são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lang="pt-BR" sz="1450" b="1" dirty="0">
                <a:solidFill>
                  <a:srgbClr val="B03A41"/>
                </a:solidFill>
                <a:latin typeface="Segoe UI"/>
              </a:rPr>
              <a:t>as variáveis?</a:t>
            </a: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3A3A3A"/>
                </a:solidFill>
                <a:latin typeface="Segoe UI"/>
              </a:rPr>
              <a:t>A base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inclui quantidade de banheiros, quartos e cama, além de capacidade de hóspedes. Consideraremos isso para a análise.</a:t>
            </a:r>
            <a:endParaRPr sz="1200" dirty="0">
              <a:solidFill>
                <a:srgbClr val="3A3A3A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54880" y="4402945"/>
            <a:ext cx="3288792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>
                <a:solidFill>
                  <a:srgbClr val="B03A41"/>
                </a:solidFill>
                <a:latin typeface="Segoe UI"/>
              </a:rPr>
              <a:t>2. A</a:t>
            </a:r>
            <a:r>
              <a:rPr lang="pt-BR" sz="1450" b="1" dirty="0">
                <a:solidFill>
                  <a:srgbClr val="B03A41"/>
                </a:solidFill>
                <a:latin typeface="Segoe UI"/>
              </a:rPr>
              <a:t> relação 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é linear?</a:t>
            </a:r>
          </a:p>
          <a:p>
            <a:pPr algn="l"/>
            <a:r>
              <a:rPr sz="1200" dirty="0">
                <a:solidFill>
                  <a:srgbClr val="3A3A3A"/>
                </a:solidFill>
                <a:latin typeface="Segoe UI"/>
              </a:rPr>
              <a:t>O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preço sobe constantemente a cada banheiro, quarto, cama ou capacidade a mais, ou o valor satura a partir de certo ponto?</a:t>
            </a:r>
            <a:endParaRPr sz="1200" dirty="0">
              <a:solidFill>
                <a:srgbClr val="3A3A3A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48472" y="4402945"/>
            <a:ext cx="3005328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>
                <a:solidFill>
                  <a:srgbClr val="B03A41"/>
                </a:solidFill>
                <a:latin typeface="Segoe UI"/>
              </a:rPr>
              <a:t>3. A </a:t>
            </a:r>
            <a:r>
              <a:rPr lang="pt-BR" sz="1450" b="1" dirty="0">
                <a:solidFill>
                  <a:srgbClr val="B03A41"/>
                </a:solidFill>
                <a:latin typeface="Segoe UI"/>
              </a:rPr>
              <a:t>localização influencia?</a:t>
            </a:r>
          </a:p>
          <a:p>
            <a:pPr algn="l"/>
            <a:r>
              <a:rPr lang="pt-BR" sz="1200" dirty="0">
                <a:solidFill>
                  <a:srgbClr val="3A3A3A"/>
                </a:solidFill>
                <a:latin typeface="Segoe UI"/>
              </a:rPr>
              <a:t>A mesma característica pesa igual em qualquer lugar, ou a região (no caso, continente) altera a força da relação?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4A7912-BE94-353F-8B5B-A167237A154F}"/>
              </a:ext>
            </a:extLst>
          </p:cNvPr>
          <p:cNvSpPr txBox="1"/>
          <p:nvPr/>
        </p:nvSpPr>
        <p:spPr>
          <a:xfrm>
            <a:off x="990600" y="1500979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pt-BR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/>
              </a:rPr>
              <a:t>Quais características da acomodação (banheiros, quartos, camas ou capacidade de hóspedes) têm maior impacto no valor da diária?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8DE07A5-1E4A-4823-8A89-1A0E3A3C0C80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Tema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31EA1EF-874F-756E-4F5A-F7C96F9B0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2" name="Espaço Reservado para Número de Slide 21">
            <a:extLst>
              <a:ext uri="{FF2B5EF4-FFF2-40B4-BE49-F238E27FC236}">
                <a16:creationId xmlns:a16="http://schemas.microsoft.com/office/drawing/2014/main" id="{78E1C8EA-A494-323C-454E-91A22E82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4</a:t>
            </a:fld>
            <a:endParaRPr lang="pt-BR"/>
          </a:p>
        </p:txBody>
      </p:sp>
      <p:sp>
        <p:nvSpPr>
          <p:cNvPr id="23" name="Espaço Reservado para Rodapé 5">
            <a:extLst>
              <a:ext uri="{FF2B5EF4-FFF2-40B4-BE49-F238E27FC236}">
                <a16:creationId xmlns:a16="http://schemas.microsoft.com/office/drawing/2014/main" id="{59498977-EF3F-5E0E-66E4-0814C5EA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9520" y="6237533"/>
            <a:ext cx="7680960" cy="461665"/>
          </a:xfrm>
        </p:spPr>
        <p:txBody>
          <a:bodyPr/>
          <a:lstStyle/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6733A62-228F-7938-55B6-439C11F74E44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2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45C6-44EA-67F7-8108-CCC1BC04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660C564-51E2-73E0-D675-DB1C36DF0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 descr="Kaggle - Wikipedia">
            <a:extLst>
              <a:ext uri="{FF2B5EF4-FFF2-40B4-BE49-F238E27FC236}">
                <a16:creationId xmlns:a16="http://schemas.microsoft.com/office/drawing/2014/main" id="{080E0366-1183-D8EE-0128-47A49063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90021"/>
            <a:ext cx="4084320" cy="15791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" y="3256562"/>
            <a:ext cx="6553200" cy="1299874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endParaRPr sz="1600" b="0" i="0" dirty="0">
              <a:solidFill>
                <a:srgbClr val="000000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Anúncios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reais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coletados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da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plataforma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com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detalhes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do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imóvel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do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anfitrião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localização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preço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,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comodidades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e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avaliações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 dos </a:t>
            </a:r>
            <a:r>
              <a:rPr lang="pt-BR" sz="1600" b="0" i="0" dirty="0">
                <a:solidFill>
                  <a:srgbClr val="3A3A3A"/>
                </a:solidFill>
                <a:latin typeface="Segoe UI"/>
              </a:rPr>
              <a:t>hóspedes</a:t>
            </a:r>
            <a:r>
              <a:rPr sz="1600" b="0" i="0" dirty="0">
                <a:solidFill>
                  <a:srgbClr val="3A3A3A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0600" y="4372935"/>
            <a:ext cx="7391400" cy="1158287"/>
          </a:xfrm>
          <a:prstGeom prst="roundRect">
            <a:avLst>
              <a:gd name="adj" fmla="val 7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>
                <a:solidFill>
                  <a:srgbClr val="B03A41"/>
                </a:solidFill>
                <a:latin typeface="Segoe UI"/>
              </a:rPr>
              <a:t>Um </a:t>
            </a:r>
            <a:r>
              <a:rPr lang="pt-BR" sz="1450" b="1" dirty="0">
                <a:solidFill>
                  <a:srgbClr val="B03A41"/>
                </a:solidFill>
                <a:latin typeface="Segoe UI"/>
              </a:rPr>
              <a:t>detalhe importante: o preço está em rúpias indianas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.</a:t>
            </a:r>
            <a:endParaRPr lang="pt-BR" sz="1450" b="1" dirty="0">
              <a:solidFill>
                <a:srgbClr val="B03A41"/>
              </a:solidFill>
              <a:latin typeface="Segoe UI"/>
            </a:endParaRPr>
          </a:p>
          <a:p>
            <a:pPr algn="l">
              <a:spcAft>
                <a:spcPts val="500"/>
              </a:spcAft>
            </a:pPr>
            <a:r>
              <a:rPr lang="pt-BR" sz="1200" dirty="0">
                <a:solidFill>
                  <a:srgbClr val="000000"/>
                </a:solidFill>
                <a:latin typeface="Segoe UI"/>
              </a:rPr>
              <a:t>Para facilitar a interpretação e a comparação dos valores, convertemos os preços para dólares utilizando a cotação correspondente à data de publicação da base. Essa conversão foi o primeiro passo da limpeza dos dados.</a:t>
            </a:r>
            <a:endParaRPr sz="12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6812D0B4-EA3B-E421-C793-4DBA0B94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5</a:t>
            </a:fld>
            <a:endParaRPr lang="pt-BR"/>
          </a:p>
        </p:txBody>
      </p:sp>
      <p:sp>
        <p:nvSpPr>
          <p:cNvPr id="16" name="Espaço Reservado para Rodapé 5">
            <a:extLst>
              <a:ext uri="{FF2B5EF4-FFF2-40B4-BE49-F238E27FC236}">
                <a16:creationId xmlns:a16="http://schemas.microsoft.com/office/drawing/2014/main" id="{2AF13152-5563-804A-689E-075E03ED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9520" y="6237533"/>
            <a:ext cx="7680960" cy="461665"/>
          </a:xfrm>
        </p:spPr>
        <p:txBody>
          <a:bodyPr/>
          <a:lstStyle/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E031811-3EA6-7AB1-4919-6D7035394CA4}"/>
              </a:ext>
            </a:extLst>
          </p:cNvPr>
          <p:cNvSpPr txBox="1"/>
          <p:nvPr/>
        </p:nvSpPr>
        <p:spPr>
          <a:xfrm>
            <a:off x="9232410" y="2307041"/>
            <a:ext cx="21213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pt-BR" sz="4000" b="1" dirty="0">
                <a:solidFill>
                  <a:srgbClr val="B03A41"/>
                </a:solidFill>
                <a:latin typeface="Segoe UI"/>
              </a:rPr>
              <a:t>12.805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5BACD5C-B694-3CA8-1662-E540098A18C2}"/>
              </a:ext>
            </a:extLst>
          </p:cNvPr>
          <p:cNvSpPr txBox="1"/>
          <p:nvPr/>
        </p:nvSpPr>
        <p:spPr>
          <a:xfrm>
            <a:off x="9622545" y="3389819"/>
            <a:ext cx="134112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pt-BR" sz="4000" b="1" dirty="0">
                <a:solidFill>
                  <a:srgbClr val="B03A41"/>
                </a:solidFill>
                <a:latin typeface="Segoe UI"/>
              </a:rPr>
              <a:t>148</a:t>
            </a:r>
          </a:p>
          <a:p>
            <a:pPr algn="ctr"/>
            <a:r>
              <a:rPr lang="pt-BR" sz="1400" dirty="0">
                <a:solidFill>
                  <a:srgbClr val="707070"/>
                </a:solidFill>
                <a:latin typeface="Segoe UI"/>
              </a:rPr>
              <a:t>países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6407BBC-049B-0426-B757-728478E902F0}"/>
              </a:ext>
            </a:extLst>
          </p:cNvPr>
          <p:cNvSpPr txBox="1"/>
          <p:nvPr/>
        </p:nvSpPr>
        <p:spPr>
          <a:xfrm>
            <a:off x="5288281" y="2269928"/>
            <a:ext cx="2392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pt-BR" sz="1600" b="1" i="0" dirty="0">
                <a:solidFill>
                  <a:srgbClr val="B03A41"/>
                </a:solidFill>
                <a:latin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Airbnb Dataset </a:t>
            </a:r>
            <a:r>
              <a:rPr lang="pt-BR" sz="1600" b="0" i="0" dirty="0">
                <a:latin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ashishjangra27</a:t>
            </a:r>
            <a:endParaRPr lang="pt-BR" sz="1600" b="0" i="0" dirty="0">
              <a:latin typeface="Segoe UI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5BF1751-7BD2-0132-7B9D-77A1E8707404}"/>
              </a:ext>
            </a:extLst>
          </p:cNvPr>
          <p:cNvSpPr txBox="1"/>
          <p:nvPr/>
        </p:nvSpPr>
        <p:spPr>
          <a:xfrm>
            <a:off x="9774945" y="2843137"/>
            <a:ext cx="103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707070"/>
                </a:solidFill>
                <a:latin typeface="Segoe UI"/>
              </a:rPr>
              <a:t>anúncios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0A11FE4E-4D8B-287B-0657-417AB08EF2EC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Banco de Dados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86F4AEB-56DF-E681-75A9-B696EDC88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B7492552-957B-B388-DC36-99345046319A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6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F9A3-B3EC-184F-F63D-A7BE7A74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AB4AC02-E8FE-006E-3D1B-4CA94C49D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600" y="1732422"/>
            <a:ext cx="4785360" cy="2550018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>
                <a:solidFill>
                  <a:srgbClr val="B03A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Variáveis analisadas</a:t>
            </a:r>
            <a:endParaRPr lang="pt-B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Preço: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price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 (INR) →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price_usd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log_price_usd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Características do imóvel:</a:t>
            </a:r>
            <a:b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bathrooms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bedrooms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beds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guests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studios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Localização: 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country → continente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endParaRPr lang="pt-BR" sz="1200" b="0" i="0" dirty="0">
              <a:solidFill>
                <a:srgbClr val="707070"/>
              </a:solidFill>
              <a:latin typeface="Segoe UI"/>
            </a:endParaRP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6FDAAC1-6EC1-B961-3E4E-6C3660E7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6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326365-6F82-5B3A-CBFD-F3EA672D0773}"/>
              </a:ext>
            </a:extLst>
          </p:cNvPr>
          <p:cNvSpPr txBox="1"/>
          <p:nvPr/>
        </p:nvSpPr>
        <p:spPr>
          <a:xfrm>
            <a:off x="6394704" y="1732422"/>
            <a:ext cx="4806696" cy="3416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B03A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Limpeza dos Dados</a:t>
            </a:r>
            <a:endParaRPr lang="pt-B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2. Conversão do preço —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conversão para USD pela taxa de </a:t>
            </a: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INR 83,16 por dólar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. Depois, aplicamos a transformação logarítmica.</a:t>
            </a:r>
          </a:p>
          <a:p>
            <a:pPr>
              <a:lnSpc>
                <a:spcPct val="150000"/>
              </a:lnSpc>
              <a:buNone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3. Localização —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 agrupamento dos 148 países em seis continentes</a:t>
            </a:r>
          </a:p>
          <a:p>
            <a:pPr>
              <a:lnSpc>
                <a:spcPct val="150000"/>
              </a:lnSpc>
              <a:buNone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4. Valores extremos —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remoção de 42 anúncios com mais de 30 banheiros, quartos, camas ou hóspedes. </a:t>
            </a:r>
          </a:p>
        </p:txBody>
      </p:sp>
      <p:sp>
        <p:nvSpPr>
          <p:cNvPr id="17" name="Espaço Reservado para Rodapé 5">
            <a:extLst>
              <a:ext uri="{FF2B5EF4-FFF2-40B4-BE49-F238E27FC236}">
                <a16:creationId xmlns:a16="http://schemas.microsoft.com/office/drawing/2014/main" id="{F026DE12-0A5B-065B-3579-7B863C0A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9520" y="6237533"/>
            <a:ext cx="7680960" cy="461665"/>
          </a:xfrm>
        </p:spPr>
        <p:txBody>
          <a:bodyPr/>
          <a:lstStyle/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91291250-3316-288C-D641-385DB0C576EC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Banco de Dados – Variáveis e Limpeza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13B73FD-1DAB-94C5-0B70-2F06E21D4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5BCDD80-7149-E9E3-5D61-3F51251054CA}"/>
              </a:ext>
            </a:extLst>
          </p:cNvPr>
          <p:cNvCxnSpPr>
            <a:cxnSpLocks/>
          </p:cNvCxnSpPr>
          <p:nvPr/>
        </p:nvCxnSpPr>
        <p:spPr>
          <a:xfrm flipV="1">
            <a:off x="6096000" y="1899920"/>
            <a:ext cx="0" cy="3058160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6E2A1E8-E9DB-8D4D-A4CC-07089291773B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2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1B64-64A2-4700-5640-255FD910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30A6B60E-B40F-983C-516E-18D9C43C3EFA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– Conversão para USD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2E038F-D855-6FCA-DFAE-94F8CCE31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169" y="2620833"/>
            <a:ext cx="5306861" cy="3149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52894" y="1606146"/>
            <a:ext cx="5049065" cy="90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54864" tIns="18288" rIns="54864" bIns="18288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solidFill>
                  <a:srgbClr val="B03A41"/>
                </a:solidFill>
                <a:latin typeface="Segoe UI"/>
              </a:rPr>
              <a:t>Conversão</a:t>
            </a:r>
            <a:r>
              <a:rPr sz="1350" b="1" i="0" dirty="0">
                <a:solidFill>
                  <a:srgbClr val="B03A41"/>
                </a:solidFill>
                <a:latin typeface="Segoe UI"/>
              </a:rPr>
              <a:t> de price para ln(price)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000000"/>
                </a:solidFill>
                <a:latin typeface="Segoe UI"/>
              </a:rPr>
              <a:t>A </a:t>
            </a:r>
            <a:r>
              <a:rPr sz="1200" b="0" i="0" dirty="0" err="1">
                <a:solidFill>
                  <a:srgbClr val="000000"/>
                </a:solidFill>
                <a:latin typeface="Segoe UI"/>
              </a:rPr>
              <a:t>distribuição</a:t>
            </a:r>
            <a:r>
              <a:rPr sz="1200" b="0" i="0" dirty="0">
                <a:solidFill>
                  <a:srgbClr val="000000"/>
                </a:solidFill>
                <a:latin typeface="Segoe UI"/>
              </a:rPr>
              <a:t> </a:t>
            </a:r>
            <a:r>
              <a:rPr lang="pt-BR" sz="1200" b="0" i="0" dirty="0">
                <a:solidFill>
                  <a:srgbClr val="000000"/>
                </a:solidFill>
                <a:latin typeface="Segoe UI"/>
              </a:rPr>
              <a:t>é assimétrica à direita, o logaritmo natural a aproxima de uma simetria e torna os gráficos legíveis. </a:t>
            </a:r>
            <a:endParaRPr sz="1200" b="0" i="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8200" y="4969994"/>
            <a:ext cx="4900909" cy="863907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350" b="1" dirty="0">
                <a:solidFill>
                  <a:srgbClr val="B03A41"/>
                </a:solidFill>
                <a:latin typeface="Segoe UI"/>
              </a:rPr>
              <a:t>Mediana de US$ 98 contra </a:t>
            </a:r>
            <a:r>
              <a:rPr sz="1350" b="1" dirty="0" err="1">
                <a:solidFill>
                  <a:srgbClr val="B03A41"/>
                </a:solidFill>
                <a:latin typeface="Segoe UI"/>
              </a:rPr>
              <a:t>média</a:t>
            </a:r>
            <a:r>
              <a:rPr sz="1350" b="1" dirty="0">
                <a:solidFill>
                  <a:srgbClr val="B03A41"/>
                </a:solidFill>
                <a:latin typeface="Segoe UI"/>
              </a:rPr>
              <a:t> de US$ 213.</a:t>
            </a:r>
          </a:p>
          <a:p>
            <a:pPr algn="l"/>
            <a:r>
              <a:rPr lang="pt-BR" sz="1200" dirty="0">
                <a:solidFill>
                  <a:srgbClr val="3A3A3A"/>
                </a:solidFill>
                <a:latin typeface="Segoe UI"/>
              </a:rPr>
              <a:t>Alguns assuntos muito caros puxam a média para cima – por isso trabalhamos com a mediana com a escala logarítmica. </a:t>
            </a:r>
            <a:endParaRPr sz="1200" dirty="0">
              <a:solidFill>
                <a:srgbClr val="3A3A3A"/>
              </a:solidFill>
              <a:latin typeface="Segoe UI"/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8704E1-DA02-A2E9-DE33-9887D1C2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7</a:t>
            </a:fld>
            <a:endParaRPr lang="pt-BR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5F7329D-9807-01C5-A6EF-459542272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942043"/>
              </p:ext>
            </p:extLst>
          </p:nvPr>
        </p:nvGraphicFramePr>
        <p:xfrm>
          <a:off x="873759" y="1487343"/>
          <a:ext cx="4865349" cy="316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4474">
                  <a:extLst>
                    <a:ext uri="{9D8B030D-6E8A-4147-A177-3AD203B41FA5}">
                      <a16:colId xmlns:a16="http://schemas.microsoft.com/office/drawing/2014/main" val="258880406"/>
                    </a:ext>
                  </a:extLst>
                </a:gridCol>
                <a:gridCol w="2260875">
                  <a:extLst>
                    <a:ext uri="{9D8B030D-6E8A-4147-A177-3AD203B41FA5}">
                      <a16:colId xmlns:a16="http://schemas.microsoft.com/office/drawing/2014/main" val="739860576"/>
                    </a:ext>
                  </a:extLst>
                </a:gridCol>
              </a:tblGrid>
              <a:tr h="197924">
                <a:tc gridSpan="2"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i="0" dirty="0">
                          <a:solidFill>
                            <a:srgbClr val="B03A4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Conversão de preços (INR </a:t>
                      </a:r>
                      <a:r>
                        <a:rPr lang="pt-BR" sz="1000" b="1" i="0" dirty="0">
                          <a:solidFill>
                            <a:srgbClr val="B03A4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 USD)</a:t>
                      </a:r>
                      <a:endParaRPr lang="pt-BR" sz="1000" b="1" i="0" dirty="0">
                        <a:solidFill>
                          <a:srgbClr val="B03A4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483797"/>
                  </a:ext>
                </a:extLst>
              </a:tr>
              <a:tr h="208167">
                <a:tc gridSpan="2"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0" i="1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Estatísticas descritivas do preço em USD após a conversão de moeda</a:t>
                      </a: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245994"/>
                  </a:ext>
                </a:extLst>
              </a:tr>
              <a:tr h="19421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ct val="96591"/>
                        </a:lnSpc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749265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Estatística 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Valor 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93358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Taxa usada (INR por USD)</a:t>
                      </a: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83,16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452943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Contagem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12.805 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095433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Média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212,82 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528990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Desvio-Padrão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549,47 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27600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Mínimo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4,73 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36092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25%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48,03 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39702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Mediana (50%)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98,3 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41365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75%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193,15 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177487"/>
                  </a:ext>
                </a:extLst>
              </a:tr>
              <a:tr h="197924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Máximo 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pt-BR" sz="10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22.943,28 </a:t>
                      </a:r>
                      <a:endParaRPr lang="pt-BR" sz="1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602382"/>
                  </a:ext>
                </a:extLst>
              </a:tr>
            </a:tbl>
          </a:graphicData>
        </a:graphic>
      </p:graphicFrame>
      <p:sp>
        <p:nvSpPr>
          <p:cNvPr id="11" name="Espaço Reservado para Rodapé 5">
            <a:extLst>
              <a:ext uri="{FF2B5EF4-FFF2-40B4-BE49-F238E27FC236}">
                <a16:creationId xmlns:a16="http://schemas.microsoft.com/office/drawing/2014/main" id="{E7110198-62D5-7FAA-77AD-EAE06F3C5208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_________________________________________________________________________________________________</a:t>
            </a:r>
            <a:endParaRPr lang="pt-BR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4F565C0-B757-D325-A5AF-BDC8F6AE5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FCC2FA6E-526D-9372-6130-9C18CCB22BA3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48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D861-A970-A483-4521-A5976AB2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2491FD9A-522E-1E05-B458-CDF0922B3B16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– Continentes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53CF084-859C-383E-BF8F-1E5DBCB3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34419"/>
            <a:ext cx="5254752" cy="311867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22D0D45-FB4E-C2E4-CD28-A97037333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107716"/>
            <a:ext cx="5105400" cy="3030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2400" y="1562152"/>
            <a:ext cx="4699000" cy="15544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 dirty="0">
                <a:solidFill>
                  <a:srgbClr val="B03A41"/>
                </a:solidFill>
                <a:latin typeface="Segoe UI"/>
              </a:rPr>
              <a:t>O </a:t>
            </a:r>
            <a:r>
              <a:rPr sz="1350" b="1" i="0" dirty="0" err="1">
                <a:solidFill>
                  <a:srgbClr val="B03A41"/>
                </a:solidFill>
                <a:latin typeface="Segoe UI"/>
              </a:rPr>
              <a:t>preço</a:t>
            </a:r>
            <a:r>
              <a:rPr sz="1350" b="1" i="0" dirty="0">
                <a:solidFill>
                  <a:srgbClr val="B03A41"/>
                </a:solidFill>
                <a:latin typeface="Segoe UI"/>
              </a:rPr>
              <a:t> </a:t>
            </a:r>
            <a:r>
              <a:rPr sz="1350" b="1" i="0" dirty="0" err="1">
                <a:solidFill>
                  <a:srgbClr val="B03A41"/>
                </a:solidFill>
                <a:latin typeface="Segoe UI"/>
              </a:rPr>
              <a:t>muda</a:t>
            </a:r>
            <a:r>
              <a:rPr sz="1350" b="1" i="0" dirty="0">
                <a:solidFill>
                  <a:srgbClr val="B03A41"/>
                </a:solidFill>
                <a:latin typeface="Segoe UI"/>
              </a:rPr>
              <a:t> de patamar </a:t>
            </a:r>
            <a:r>
              <a:rPr sz="1350" b="1" i="0" dirty="0" err="1">
                <a:solidFill>
                  <a:srgbClr val="B03A41"/>
                </a:solidFill>
                <a:latin typeface="Segoe UI"/>
              </a:rPr>
              <a:t>conforme</a:t>
            </a:r>
            <a:r>
              <a:rPr sz="1350" b="1" i="0" dirty="0">
                <a:solidFill>
                  <a:srgbClr val="B03A41"/>
                </a:solidFill>
                <a:latin typeface="Segoe UI"/>
              </a:rPr>
              <a:t> a </a:t>
            </a:r>
            <a:r>
              <a:rPr sz="1350" b="1" i="0" dirty="0" err="1">
                <a:solidFill>
                  <a:srgbClr val="B03A41"/>
                </a:solidFill>
                <a:latin typeface="Segoe UI"/>
              </a:rPr>
              <a:t>região</a:t>
            </a:r>
            <a:r>
              <a:rPr sz="1350" b="1" i="0" dirty="0">
                <a:solidFill>
                  <a:srgbClr val="B03A41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lang="pt-BR" sz="1200" b="0" i="0" dirty="0">
                <a:latin typeface="Segoe UI"/>
              </a:rPr>
              <a:t>Oceania (US$ 224) e Europa (US$ 131) lideram as medianas; Ásia (US$ 69) e África (US$ 67) ficam na base.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latin typeface="Segoe UI"/>
              </a:rPr>
              <a:t>Mas Europa e Ásia </a:t>
            </a:r>
            <a:r>
              <a:rPr sz="1200" b="0" i="0" dirty="0" err="1">
                <a:latin typeface="Segoe UI"/>
              </a:rPr>
              <a:t>concentram</a:t>
            </a:r>
            <a:r>
              <a:rPr sz="1200" b="0" i="0" dirty="0">
                <a:latin typeface="Segoe UI"/>
              </a:rPr>
              <a:t> </a:t>
            </a:r>
            <a:r>
              <a:rPr sz="1200" b="0" i="0" dirty="0" err="1">
                <a:latin typeface="Segoe UI"/>
              </a:rPr>
              <a:t>cerca</a:t>
            </a:r>
            <a:r>
              <a:rPr sz="1200" b="0" i="0" dirty="0">
                <a:latin typeface="Segoe UI"/>
              </a:rPr>
              <a:t> de 90% dos </a:t>
            </a:r>
            <a:r>
              <a:rPr sz="1200" b="0" i="0" dirty="0" err="1">
                <a:latin typeface="Segoe UI"/>
              </a:rPr>
              <a:t>anúncios</a:t>
            </a:r>
            <a:r>
              <a:rPr sz="1200" b="0" i="0" dirty="0">
                <a:latin typeface="Segoe UI"/>
              </a:rPr>
              <a:t>, </a:t>
            </a:r>
            <a:r>
              <a:rPr sz="1200" b="0" i="0" dirty="0" err="1">
                <a:latin typeface="Segoe UI"/>
              </a:rPr>
              <a:t>enquanto</a:t>
            </a:r>
            <a:r>
              <a:rPr sz="1200" b="0" i="0" dirty="0">
                <a:latin typeface="Segoe UI"/>
              </a:rPr>
              <a:t> Oceania </a:t>
            </a:r>
            <a:r>
              <a:rPr sz="1200" b="0" i="0" dirty="0" err="1">
                <a:latin typeface="Segoe UI"/>
              </a:rPr>
              <a:t>tem</a:t>
            </a:r>
            <a:r>
              <a:rPr sz="1200" b="0" i="0" dirty="0">
                <a:latin typeface="Segoe UI"/>
              </a:rPr>
              <a:t> 41 e América do Sul 49 — as </a:t>
            </a:r>
            <a:r>
              <a:rPr sz="1200" b="0" i="0" dirty="0" err="1">
                <a:latin typeface="Segoe UI"/>
              </a:rPr>
              <a:t>amostras</a:t>
            </a:r>
            <a:r>
              <a:rPr sz="1200" b="0" i="0" dirty="0">
                <a:latin typeface="Segoe UI"/>
              </a:rPr>
              <a:t> </a:t>
            </a:r>
            <a:r>
              <a:rPr sz="1200" b="0" i="0" dirty="0" err="1">
                <a:latin typeface="Segoe UI"/>
              </a:rPr>
              <a:t>não</a:t>
            </a:r>
            <a:r>
              <a:rPr sz="1200" b="0" i="0" dirty="0">
                <a:latin typeface="Segoe UI"/>
              </a:rPr>
              <a:t> </a:t>
            </a:r>
            <a:r>
              <a:rPr sz="1200" b="0" i="0" dirty="0" err="1">
                <a:latin typeface="Segoe UI"/>
              </a:rPr>
              <a:t>são</a:t>
            </a:r>
            <a:r>
              <a:rPr sz="1200" b="0" i="0" dirty="0">
                <a:latin typeface="Segoe UI"/>
              </a:rPr>
              <a:t> </a:t>
            </a:r>
            <a:r>
              <a:rPr sz="1200" b="0" i="0" dirty="0" err="1">
                <a:latin typeface="Segoe UI"/>
              </a:rPr>
              <a:t>equivalentes</a:t>
            </a:r>
            <a:r>
              <a:rPr sz="1200" b="0" i="0" dirty="0">
                <a:latin typeface="Segoe UI"/>
              </a:rPr>
              <a:t>.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F62057-A24F-99AC-5422-67AA12D8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8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99D1D62-9A24-1CA0-DC19-093C70776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2" name="Espaço Reservado para Rodapé 5">
            <a:extLst>
              <a:ext uri="{FF2B5EF4-FFF2-40B4-BE49-F238E27FC236}">
                <a16:creationId xmlns:a16="http://schemas.microsoft.com/office/drawing/2014/main" id="{B0576037-8893-08B6-E252-3BF597B443ED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ACC9A54-5EDD-2561-1D32-0A873538C949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80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D482-F090-C853-24E2-5E8A6AF5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44E9D9A6-E43D-8F8E-78A8-7EE096E48410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– Quantitativas Relevantes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464726-4F5A-E076-25AB-73CF0487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9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2FAFD7D-F0BD-DD21-1ED9-6CBF74B02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2" name="Espaço Reservado para Rodapé 5">
            <a:extLst>
              <a:ext uri="{FF2B5EF4-FFF2-40B4-BE49-F238E27FC236}">
                <a16:creationId xmlns:a16="http://schemas.microsoft.com/office/drawing/2014/main" id="{DACD6764-39AD-543C-9235-4F74693170DE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0FBFB83-16D2-9948-64AF-F38841FC9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72717"/>
              </p:ext>
            </p:extLst>
          </p:nvPr>
        </p:nvGraphicFramePr>
        <p:xfrm>
          <a:off x="1485901" y="4430759"/>
          <a:ext cx="4114800" cy="150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240">
                  <a:extLst>
                    <a:ext uri="{9D8B030D-6E8A-4147-A177-3AD203B41FA5}">
                      <a16:colId xmlns:a16="http://schemas.microsoft.com/office/drawing/2014/main" val="406104315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527442400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2710295964"/>
                    </a:ext>
                  </a:extLst>
                </a:gridCol>
                <a:gridCol w="476487">
                  <a:extLst>
                    <a:ext uri="{9D8B030D-6E8A-4147-A177-3AD203B41FA5}">
                      <a16:colId xmlns:a16="http://schemas.microsoft.com/office/drawing/2014/main" val="1687978395"/>
                    </a:ext>
                  </a:extLst>
                </a:gridCol>
                <a:gridCol w="519193">
                  <a:extLst>
                    <a:ext uri="{9D8B030D-6E8A-4147-A177-3AD203B41FA5}">
                      <a16:colId xmlns:a16="http://schemas.microsoft.com/office/drawing/2014/main" val="3421763210"/>
                    </a:ext>
                  </a:extLst>
                </a:gridCol>
              </a:tblGrid>
              <a:tr h="18288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solidFill>
                            <a:srgbClr val="B03A4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Mediana</a:t>
                      </a:r>
                      <a:endParaRPr lang="pt-BR" sz="1000" b="1" i="0" u="none" strike="noStrike" dirty="0">
                        <a:solidFill>
                          <a:srgbClr val="B03A4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2782246"/>
                  </a:ext>
                </a:extLst>
              </a:tr>
              <a:tr h="225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Continente x Quantitativas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Bathrooms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Bedrooms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Beds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Guests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42932"/>
                  </a:ext>
                </a:extLst>
              </a:tr>
              <a:tr h="1808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América do Norte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402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América do Sul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8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Europa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683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Oceania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943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África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949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Ásia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841852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3F01CB0-53A1-ACB7-BA56-AF70C1344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14380"/>
              </p:ext>
            </p:extLst>
          </p:nvPr>
        </p:nvGraphicFramePr>
        <p:xfrm>
          <a:off x="6591300" y="4438634"/>
          <a:ext cx="4114800" cy="150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240">
                  <a:extLst>
                    <a:ext uri="{9D8B030D-6E8A-4147-A177-3AD203B41FA5}">
                      <a16:colId xmlns:a16="http://schemas.microsoft.com/office/drawing/2014/main" val="406104315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527442400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2710295964"/>
                    </a:ext>
                  </a:extLst>
                </a:gridCol>
                <a:gridCol w="476487">
                  <a:extLst>
                    <a:ext uri="{9D8B030D-6E8A-4147-A177-3AD203B41FA5}">
                      <a16:colId xmlns:a16="http://schemas.microsoft.com/office/drawing/2014/main" val="1687978395"/>
                    </a:ext>
                  </a:extLst>
                </a:gridCol>
                <a:gridCol w="519193">
                  <a:extLst>
                    <a:ext uri="{9D8B030D-6E8A-4147-A177-3AD203B41FA5}">
                      <a16:colId xmlns:a16="http://schemas.microsoft.com/office/drawing/2014/main" val="3421763210"/>
                    </a:ext>
                  </a:extLst>
                </a:gridCol>
              </a:tblGrid>
              <a:tr h="18288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solidFill>
                            <a:srgbClr val="B03A4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Média</a:t>
                      </a:r>
                      <a:endParaRPr lang="pt-BR" sz="1000" b="1" i="0" u="none" strike="noStrike" dirty="0">
                        <a:solidFill>
                          <a:srgbClr val="B03A4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2782246"/>
                  </a:ext>
                </a:extLst>
              </a:tr>
              <a:tr h="225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Continente x Quantitativas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Bathrooms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Bedrooms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Beds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Guests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342932"/>
                  </a:ext>
                </a:extLst>
              </a:tr>
              <a:tr h="1808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América do Norte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1,72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2,94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4,77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402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América do Sul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2,18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4,41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6,47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8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Europa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3,33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5,04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683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Oceania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1,22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3,98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943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África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2,64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4,33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949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Ásia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2,05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2,99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5,28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841852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9E981D5C-047B-5A4C-4345-F1AE658B5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20" y="1432212"/>
            <a:ext cx="8974360" cy="27874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DFBF412-CCED-F0BE-42DB-1EDF70450528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3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4CEE-421B-8058-355D-FABF8494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89592E-9B45-8358-B740-253EBD52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81889"/>
            <a:ext cx="5029200" cy="357567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51897EC-6AA8-0EB4-58C7-1A10A55F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67920"/>
            <a:ext cx="5029200" cy="35756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" y="5104469"/>
            <a:ext cx="10497312" cy="940176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09728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1" dirty="0">
                <a:solidFill>
                  <a:srgbClr val="B03A41"/>
                </a:solidFill>
                <a:latin typeface="Segoe UI"/>
              </a:rPr>
              <a:t>As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acomodações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em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si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são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parecidas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em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todo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B03A41"/>
                </a:solidFill>
                <a:latin typeface="Segoe UI"/>
              </a:rPr>
              <a:t>lugar</a:t>
            </a:r>
            <a:r>
              <a:rPr sz="1450" b="1" dirty="0">
                <a:solidFill>
                  <a:srgbClr val="B03A41"/>
                </a:solidFill>
                <a:latin typeface="Segoe UI"/>
              </a:rPr>
              <a:t>.</a:t>
            </a:r>
          </a:p>
          <a:p>
            <a:pPr algn="l"/>
            <a:r>
              <a:rPr sz="1200" dirty="0">
                <a:solidFill>
                  <a:srgbClr val="3A3A3A"/>
                </a:solidFill>
                <a:latin typeface="Segoe UI"/>
              </a:rPr>
              <a:t>A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mediana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é </a:t>
            </a:r>
            <a:r>
              <a:rPr lang="pt-BR" sz="1200" dirty="0">
                <a:solidFill>
                  <a:srgbClr val="3A3A3A"/>
                </a:solidFill>
                <a:latin typeface="Segoe UI"/>
              </a:rPr>
              <a:t>a mesma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em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praticamente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todos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os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continentes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. Se o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imóvel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típico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é o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mesmo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e o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preço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não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é, a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diferença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regional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não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vem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do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tamanho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 da </a:t>
            </a:r>
            <a:r>
              <a:rPr sz="1200" dirty="0" err="1">
                <a:solidFill>
                  <a:srgbClr val="3A3A3A"/>
                </a:solidFill>
                <a:latin typeface="Segoe UI"/>
              </a:rPr>
              <a:t>acomodação</a:t>
            </a:r>
            <a:r>
              <a:rPr sz="1200" dirty="0">
                <a:solidFill>
                  <a:srgbClr val="3A3A3A"/>
                </a:solidFill>
                <a:latin typeface="Segoe UI"/>
              </a:rPr>
              <a:t>.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2C342A-5E6B-91EC-D082-E2AADEC2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10</a:t>
            </a:fld>
            <a:endParaRPr lang="pt-BR"/>
          </a:p>
        </p:txBody>
      </p:sp>
      <p:sp>
        <p:nvSpPr>
          <p:cNvPr id="13" name="Espaço Reservado para Rodapé 5">
            <a:extLst>
              <a:ext uri="{FF2B5EF4-FFF2-40B4-BE49-F238E27FC236}">
                <a16:creationId xmlns:a16="http://schemas.microsoft.com/office/drawing/2014/main" id="{5F0D4030-42E1-6D2B-C340-1158E1432884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A06FF84-5B3C-2C73-C3AA-08505CD98891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Por Continente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793E6ED-AC18-FE01-5F34-405DC272F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97256D2-F70D-08F6-3C4A-902841021CFC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5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8E22-DAF7-5832-C136-6D3C38F0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1920ADB-60E8-FE6A-FCD0-503A6E6A2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00048"/>
            <a:ext cx="5788832" cy="4431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3931920" cy="32918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1700" b="1" i="0" dirty="0">
                <a:solidFill>
                  <a:srgbClr val="B03A41"/>
                </a:solidFill>
                <a:latin typeface="Segoe UI"/>
              </a:rPr>
              <a:t>O efeito não é linear, ele satura.</a:t>
            </a:r>
            <a:endParaRPr sz="1700" b="1" i="0" dirty="0">
              <a:solidFill>
                <a:srgbClr val="B03A41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pt-BR" sz="1350" b="1" i="0" dirty="0">
                <a:solidFill>
                  <a:srgbClr val="3A3A3A"/>
                </a:solidFill>
                <a:latin typeface="Segoe UI"/>
              </a:rPr>
              <a:t>Banheiros e quartos</a:t>
            </a:r>
            <a:r>
              <a:rPr sz="135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lang="pt-BR" sz="1350" b="0" i="0" dirty="0">
                <a:solidFill>
                  <a:srgbClr val="3A3A3A"/>
                </a:solidFill>
                <a:latin typeface="Segoe UI"/>
              </a:rPr>
              <a:t>continuam aumentando o preço dos imóveis durante toda a faixa observada – a curva permanece inclinada mesmo nos valores altos. 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pt-BR" sz="1350" b="1" dirty="0">
                <a:solidFill>
                  <a:srgbClr val="3A3A3A"/>
                </a:solidFill>
                <a:latin typeface="Segoe UI"/>
              </a:rPr>
              <a:t>Camas</a:t>
            </a:r>
            <a:r>
              <a:rPr sz="1350" b="0" i="0" dirty="0">
                <a:solidFill>
                  <a:srgbClr val="3A3A3A"/>
                </a:solidFill>
                <a:latin typeface="Segoe UI"/>
              </a:rPr>
              <a:t> </a:t>
            </a:r>
            <a:r>
              <a:rPr lang="pt-BR" sz="1350" b="0" i="0" dirty="0">
                <a:solidFill>
                  <a:srgbClr val="3A3A3A"/>
                </a:solidFill>
                <a:latin typeface="Segoe UI"/>
              </a:rPr>
              <a:t>aumentam o preço até cer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ca de 5 camas. Após isso, estabiliza. 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pt-BR" sz="1350" b="1" dirty="0">
                <a:solidFill>
                  <a:srgbClr val="3A3A3A"/>
                </a:solidFill>
                <a:latin typeface="Segoe UI"/>
              </a:rPr>
              <a:t>Hóspedes 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sobe o preço de forma suave e constante, sem ponto claro de saturação.</a:t>
            </a:r>
            <a:r>
              <a:rPr sz="1350" b="0" i="0" dirty="0">
                <a:solidFill>
                  <a:srgbClr val="3A3A3A"/>
                </a:solidFill>
                <a:latin typeface="Segoe UI"/>
              </a:rPr>
              <a:t> </a:t>
            </a:r>
            <a:endParaRPr lang="pt-BR" sz="1350" b="0" i="0" dirty="0">
              <a:solidFill>
                <a:srgbClr val="3A3A3A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1100"/>
              </a:spcAft>
            </a:pPr>
            <a:endParaRPr lang="pt-BR" sz="1350" dirty="0">
              <a:solidFill>
                <a:srgbClr val="3A3A3A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Ou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seja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: o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que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 o mercado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remunera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 é o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espaço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privativo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,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não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 a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lotação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518B7E0-7151-F36A-8111-EA7823AE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11</a:t>
            </a:fld>
            <a:endParaRPr lang="pt-BR"/>
          </a:p>
        </p:txBody>
      </p:sp>
      <p:sp>
        <p:nvSpPr>
          <p:cNvPr id="10" name="Espaço Reservado para Rodapé 5">
            <a:extLst>
              <a:ext uri="{FF2B5EF4-FFF2-40B4-BE49-F238E27FC236}">
                <a16:creationId xmlns:a16="http://schemas.microsoft.com/office/drawing/2014/main" id="{E6246B09-F0EB-7B97-708A-011A9788682A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3B19EC5-3B93-E672-64B4-E336E9675FA9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Dispersão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BB65B5C-02C7-8E5D-4DDF-8D8108875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46669A-A790-4716-E50C-3A23A0C7C4BB}"/>
              </a:ext>
            </a:extLst>
          </p:cNvPr>
          <p:cNvSpPr txBox="1"/>
          <p:nvPr/>
        </p:nvSpPr>
        <p:spPr>
          <a:xfrm>
            <a:off x="990600" y="6356350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32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EED7-E3BB-D0B3-E510-E51DB7A4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7D65F56-EE78-180B-1AA5-78D14C2BA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18674"/>
            <a:ext cx="5577840" cy="3280285"/>
          </a:xfrm>
          <a:prstGeom prst="rect">
            <a:avLst/>
          </a:prstGeom>
        </p:spPr>
      </p:pic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9870C45-C9FA-F386-528A-720646C8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12</a:t>
            </a:fld>
            <a:endParaRPr lang="pt-BR"/>
          </a:p>
        </p:txBody>
      </p:sp>
      <p:sp>
        <p:nvSpPr>
          <p:cNvPr id="14" name="Espaço Reservado para Rodapé 5">
            <a:extLst>
              <a:ext uri="{FF2B5EF4-FFF2-40B4-BE49-F238E27FC236}">
                <a16:creationId xmlns:a16="http://schemas.microsoft.com/office/drawing/2014/main" id="{29C7635F-E332-12BF-3A9E-3891B74A0BDD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ECE04412-4247-33F1-8F29-4734C153EA6C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 – Correlações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13D5A54-74F3-E2EB-6EF8-3487C6FA0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54022E-6CA2-8A0A-8042-1477CFB89984}"/>
              </a:ext>
            </a:extLst>
          </p:cNvPr>
          <p:cNvSpPr txBox="1"/>
          <p:nvPr/>
        </p:nvSpPr>
        <p:spPr>
          <a:xfrm>
            <a:off x="7477760" y="1818674"/>
            <a:ext cx="38760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pt-BR" sz="1700" b="1" dirty="0">
                <a:solidFill>
                  <a:srgbClr val="B03A41"/>
                </a:solidFill>
                <a:latin typeface="Segoe UI"/>
              </a:rPr>
              <a:t>A localização muda a força da relação, não o sentido.</a:t>
            </a:r>
          </a:p>
          <a:p>
            <a:pPr algn="l">
              <a:spcAft>
                <a:spcPts val="500"/>
              </a:spcAft>
            </a:pPr>
            <a:r>
              <a:rPr lang="pt-BR" sz="1350" b="1" dirty="0">
                <a:solidFill>
                  <a:srgbClr val="3A3A3A"/>
                </a:solidFill>
                <a:latin typeface="Segoe UI"/>
              </a:rPr>
              <a:t>América do Sul (0,73) 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e </a:t>
            </a:r>
            <a:r>
              <a:rPr lang="pt-BR" sz="1350" b="1" dirty="0">
                <a:solidFill>
                  <a:srgbClr val="3A3A3A"/>
                </a:solidFill>
                <a:latin typeface="Segoe UI"/>
              </a:rPr>
              <a:t>Europa (0,62) 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mostram correlações muito mais altas entre banheiros e preço do que </a:t>
            </a:r>
            <a:r>
              <a:rPr lang="pt-BR" sz="1350" b="1" dirty="0">
                <a:solidFill>
                  <a:srgbClr val="3A3A3A"/>
                </a:solidFill>
                <a:latin typeface="Segoe UI"/>
              </a:rPr>
              <a:t>Ásia (0,33) 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e </a:t>
            </a:r>
            <a:r>
              <a:rPr lang="pt-BR" sz="1350" b="1" dirty="0">
                <a:solidFill>
                  <a:srgbClr val="3A3A3A"/>
                </a:solidFill>
                <a:latin typeface="Segoe UI"/>
              </a:rPr>
              <a:t>África (0,33)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lang="pt-BR" sz="1350" dirty="0">
                <a:solidFill>
                  <a:srgbClr val="3A3A3A"/>
                </a:solidFill>
                <a:latin typeface="Segoe UI"/>
              </a:rPr>
              <a:t>Na África, camas praticamente não se relacionam com o preço </a:t>
            </a:r>
            <a:r>
              <a:rPr lang="pt-BR" sz="1350" b="1" dirty="0">
                <a:solidFill>
                  <a:srgbClr val="3A3A3A"/>
                </a:solidFill>
                <a:latin typeface="Segoe UI"/>
              </a:rPr>
              <a:t>(0,04)</a:t>
            </a:r>
            <a:r>
              <a:rPr lang="pt-BR" sz="1350" dirty="0">
                <a:solidFill>
                  <a:srgbClr val="3A3A3A"/>
                </a:solidFill>
                <a:latin typeface="Segoe UI"/>
              </a:rPr>
              <a:t>.</a:t>
            </a:r>
            <a:endParaRPr lang="pt-BR" sz="1350" b="1" dirty="0">
              <a:solidFill>
                <a:srgbClr val="3A3A3A"/>
              </a:solidFill>
              <a:latin typeface="Segoe UI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498E2DA-E5ED-4618-3F4D-5F6EC1626A74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26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8C33-D9E6-28CA-E197-5F9E63B9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C1F3BD3-8434-E3F4-8A44-C5865492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898651"/>
            <a:ext cx="5943600" cy="36692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61200" y="2039102"/>
            <a:ext cx="4206240" cy="33883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>
              <a:spcAft>
                <a:spcPts val="1200"/>
              </a:spcAft>
            </a:pPr>
            <a:r>
              <a:rPr lang="pt-BR" sz="1700" b="1" dirty="0">
                <a:solidFill>
                  <a:srgbClr val="B03A41"/>
                </a:solidFill>
                <a:latin typeface="Segoe UI"/>
              </a:rPr>
              <a:t>Capacidade de hóspedes lidera, mas por pouco.</a:t>
            </a:r>
          </a:p>
          <a:p>
            <a:pPr>
              <a:spcAft>
                <a:spcPts val="1200"/>
              </a:spcAft>
            </a:pPr>
            <a:r>
              <a:rPr lang="pt-BR" sz="1350" b="1" dirty="0" err="1">
                <a:solidFill>
                  <a:srgbClr val="000000"/>
                </a:solidFill>
                <a:latin typeface="Segoe UI"/>
              </a:rPr>
              <a:t>guests</a:t>
            </a:r>
            <a:r>
              <a:rPr lang="pt-BR" sz="1350" b="1" dirty="0">
                <a:solidFill>
                  <a:srgbClr val="000000"/>
                </a:solidFill>
                <a:latin typeface="Segoe UI"/>
              </a:rPr>
              <a:t> (0,42)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, </a:t>
            </a:r>
            <a:r>
              <a:rPr lang="pt-BR" sz="1350" b="1" dirty="0" err="1">
                <a:solidFill>
                  <a:srgbClr val="000000"/>
                </a:solidFill>
                <a:latin typeface="Segoe UI"/>
              </a:rPr>
              <a:t>bedrooms</a:t>
            </a:r>
            <a:r>
              <a:rPr lang="pt-BR" sz="1350" b="1" dirty="0">
                <a:solidFill>
                  <a:srgbClr val="000000"/>
                </a:solidFill>
                <a:latin typeface="Segoe UI"/>
              </a:rPr>
              <a:t> (0,40)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 e </a:t>
            </a:r>
            <a:r>
              <a:rPr lang="pt-BR" sz="1350" b="1" dirty="0" err="1">
                <a:solidFill>
                  <a:srgbClr val="000000"/>
                </a:solidFill>
                <a:latin typeface="Segoe UI"/>
              </a:rPr>
              <a:t>bathrooms</a:t>
            </a:r>
            <a:r>
              <a:rPr lang="pt-BR" sz="1350" b="1" dirty="0">
                <a:solidFill>
                  <a:srgbClr val="000000"/>
                </a:solidFill>
                <a:latin typeface="Segoe UI"/>
              </a:rPr>
              <a:t> (0,38) 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ficam praticamente empatados; </a:t>
            </a:r>
            <a:r>
              <a:rPr lang="pt-BR" sz="1350" b="1" dirty="0" err="1">
                <a:solidFill>
                  <a:srgbClr val="000000"/>
                </a:solidFill>
                <a:latin typeface="Segoe UI"/>
              </a:rPr>
              <a:t>beds</a:t>
            </a:r>
            <a:r>
              <a:rPr lang="pt-BR" sz="1350" b="1" dirty="0">
                <a:solidFill>
                  <a:srgbClr val="000000"/>
                </a:solidFill>
                <a:latin typeface="Segoe UI"/>
              </a:rPr>
              <a:t> (0,32) 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é a mais fraca.</a:t>
            </a:r>
          </a:p>
          <a:p>
            <a:pPr>
              <a:spcAft>
                <a:spcPts val="1200"/>
              </a:spcAft>
            </a:pPr>
            <a:r>
              <a:rPr lang="pt-BR" sz="1350" dirty="0">
                <a:solidFill>
                  <a:srgbClr val="000000"/>
                </a:solidFill>
                <a:latin typeface="Segoe UI"/>
              </a:rPr>
              <a:t>Nenhuma delas passa de </a:t>
            </a:r>
            <a:r>
              <a:rPr lang="pt-BR" sz="1350" b="1" dirty="0">
                <a:solidFill>
                  <a:srgbClr val="000000"/>
                </a:solidFill>
                <a:latin typeface="Segoe UI"/>
              </a:rPr>
              <a:t>0,42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. Sozinhas, as características físicas do imóvel explicam pouco do preço da diária.</a:t>
            </a:r>
          </a:p>
          <a:p>
            <a:pPr>
              <a:spcAft>
                <a:spcPts val="1200"/>
              </a:spcAft>
            </a:pPr>
            <a:r>
              <a:rPr lang="pt-BR" sz="1350" dirty="0">
                <a:solidFill>
                  <a:srgbClr val="000000"/>
                </a:solidFill>
                <a:latin typeface="Segoe UI"/>
              </a:rPr>
              <a:t>Entre o que a base oferece, </a:t>
            </a:r>
            <a:r>
              <a:rPr lang="pt-BR" sz="1350" i="1" dirty="0">
                <a:solidFill>
                  <a:srgbClr val="000000"/>
                </a:solidFill>
                <a:latin typeface="Segoe UI"/>
              </a:rPr>
              <a:t>capacidade e número de quartos são os melhores indicadores </a:t>
            </a:r>
            <a:r>
              <a:rPr lang="pt-BR" sz="1350" dirty="0">
                <a:solidFill>
                  <a:srgbClr val="000000"/>
                </a:solidFill>
                <a:latin typeface="Segoe UI"/>
              </a:rPr>
              <a:t>— e o efeito de camas satura cedo. O peso maior, porém, parece estar em variáveis que não temos.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012F3A3-8621-2181-76F6-F22C7D90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13</a:t>
            </a:fld>
            <a:endParaRPr lang="pt-BR"/>
          </a:p>
        </p:txBody>
      </p:sp>
      <p:sp>
        <p:nvSpPr>
          <p:cNvPr id="12" name="Espaço Reservado para Rodapé 5">
            <a:extLst>
              <a:ext uri="{FF2B5EF4-FFF2-40B4-BE49-F238E27FC236}">
                <a16:creationId xmlns:a16="http://schemas.microsoft.com/office/drawing/2014/main" id="{E4F5958A-F0F2-1FA9-8DC1-1EBA1456951A}"/>
              </a:ext>
            </a:extLst>
          </p:cNvPr>
          <p:cNvSpPr txBox="1">
            <a:spLocks/>
          </p:cNvSpPr>
          <p:nvPr/>
        </p:nvSpPr>
        <p:spPr>
          <a:xfrm>
            <a:off x="3779520" y="6237533"/>
            <a:ext cx="7680960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_________________________________________________________________________________________________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02F6EA4-998B-C624-E05C-C04FE5627179}"/>
              </a:ext>
            </a:extLst>
          </p:cNvPr>
          <p:cNvSpPr txBox="1"/>
          <p:nvPr/>
        </p:nvSpPr>
        <p:spPr>
          <a:xfrm>
            <a:off x="990600" y="6396335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Anna Albuquerque | Mateus Cortez Camacho</a:t>
            </a:r>
          </a:p>
          <a:p>
            <a:endParaRPr lang="pt-BR" sz="1200" dirty="0">
              <a:solidFill>
                <a:schemeClr val="bg2">
                  <a:lumMod val="90000"/>
                </a:schemeClr>
              </a:solidFill>
              <a:latin typeface="Segoe Fluent Icons" panose="050A0102010101010101" pitchFamily="18" charset="0"/>
              <a:ea typeface="Segoe UI Black" panose="020B0A02040204020203" pitchFamily="34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6676A8FF-43B5-4E42-062F-AAE2BE5D0023}"/>
              </a:ext>
            </a:extLst>
          </p:cNvPr>
          <p:cNvSpPr txBox="1">
            <a:spLocks/>
          </p:cNvSpPr>
          <p:nvPr/>
        </p:nvSpPr>
        <p:spPr>
          <a:xfrm>
            <a:off x="990600" y="365126"/>
            <a:ext cx="10363200" cy="599768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 – Conclusão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4FFD3F2-41FE-01B4-42B5-18F7D2AFA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00073"/>
            <a:ext cx="990600" cy="32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21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AD34-81EE-7211-D0AD-F25F6F3A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E4AE03C-C052-3797-1C8A-BE519AFF0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558" y="0"/>
            <a:ext cx="12307115" cy="696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3977639"/>
            <a:ext cx="6400800" cy="11887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endParaRPr lang="pt-BR" sz="1400" b="0" i="0">
              <a:solidFill>
                <a:srgbClr val="FFFFFF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F370F2A-FFB4-F6D9-001F-8D8B283BED73}"/>
              </a:ext>
            </a:extLst>
          </p:cNvPr>
          <p:cNvSpPr txBox="1"/>
          <p:nvPr/>
        </p:nvSpPr>
        <p:spPr>
          <a:xfrm>
            <a:off x="4723025" y="2759065"/>
            <a:ext cx="28087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  <a:t>Q&amp;A</a:t>
            </a:r>
            <a:endParaRPr lang="pt-BR" sz="88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5C75BEC-FB1C-A599-BB67-2A0FBC0EE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11" y="403228"/>
            <a:ext cx="1606491" cy="534968"/>
          </a:xfrm>
          <a:prstGeom prst="rect">
            <a:avLst/>
          </a:prstGeom>
        </p:spPr>
      </p:pic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C2643D1-3F33-9CB3-D612-0A5FC871772C}"/>
              </a:ext>
            </a:extLst>
          </p:cNvPr>
          <p:cNvCxnSpPr>
            <a:cxnSpLocks/>
          </p:cNvCxnSpPr>
          <p:nvPr/>
        </p:nvCxnSpPr>
        <p:spPr>
          <a:xfrm>
            <a:off x="4660241" y="4183216"/>
            <a:ext cx="2871517" cy="0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451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1171</Words>
  <Application>Microsoft Office PowerPoint</Application>
  <PresentationFormat>Widescreen</PresentationFormat>
  <Paragraphs>221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Segoe Fluent Icons</vt:lpstr>
      <vt:lpstr>Segoe UI</vt:lpstr>
      <vt:lpstr>Segoe UI Black</vt:lpstr>
      <vt:lpstr>Tema do Office</vt:lpstr>
      <vt:lpstr>Apresentação do PowerPoint</vt:lpstr>
      <vt:lpstr>Sumário</vt:lpstr>
      <vt:lpstr>Contexto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Luiza Braga de Albuquerque</dc:creator>
  <cp:lastModifiedBy>Mateus Cortez Camacho</cp:lastModifiedBy>
  <cp:revision>2</cp:revision>
  <dcterms:created xsi:type="dcterms:W3CDTF">2026-09-15T18:50:15Z</dcterms:created>
  <dcterms:modified xsi:type="dcterms:W3CDTF">2026-09-17T14:16:42Z</dcterms:modified>
</cp:coreProperties>
</file>